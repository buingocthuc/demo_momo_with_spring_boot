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72" r:id="rId4"/>
    <p:sldId id="273" r:id="rId5"/>
    <p:sldId id="274" r:id="rId6"/>
    <p:sldId id="277" r:id="rId7"/>
    <p:sldId id="278" r:id="rId8"/>
    <p:sldId id="279" r:id="rId9"/>
    <p:sldId id="280" r:id="rId10"/>
    <p:sldId id="283" r:id="rId11"/>
    <p:sldId id="281" r:id="rId12"/>
    <p:sldId id="282" r:id="rId13"/>
    <p:sldId id="286" r:id="rId14"/>
    <p:sldId id="257" r:id="rId15"/>
    <p:sldId id="285" r:id="rId16"/>
    <p:sldId id="258" r:id="rId17"/>
  </p:sldIdLst>
  <p:sldSz cx="18288000" cy="10287000"/>
  <p:notesSz cx="6858000" cy="9144000"/>
  <p:embeddedFontLst>
    <p:embeddedFont>
      <p:font typeface="Charmonman" panose="00000500000000000000" pitchFamily="2" charset="-34"/>
      <p:regular r:id="rId19"/>
      <p:bold r:id="rId20"/>
    </p:embeddedFont>
    <p:embeddedFont>
      <p:font typeface="SF Pro Display" panose="00000500000000000000" pitchFamily="50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5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CE958-6EB6-4032-A425-34D79C7176B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F265F-09EE-4A04-94DC-70E85A13F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4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F265F-09EE-4A04-94DC-70E85A13F9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22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ADD03-1BFC-D60E-359B-FF7A6BE8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35B38-B762-7784-BC1C-7131F2AD8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21378-24CE-F842-0466-662C81DF6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42CE7-01F1-E20D-42A4-916CA730C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F265F-09EE-4A04-94DC-70E85A13F9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97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44F34-D92F-284B-149A-3434CD6E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BC3D0-40DA-0CBB-3B6E-8FABF5D0A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4BC4C-2DAF-B59E-B6DA-7DBA58D71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57CA0-1B85-4FC7-C05B-D04AF9F7C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F265F-09EE-4A04-94DC-70E85A13F9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44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B19C-F2DF-0AB2-A20E-A2F74A49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D9AD8-1EFD-6B40-EA83-D9E871FCC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C598E-9659-DDB4-41CB-5E08A3399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93B9F-8F8A-8E95-09D4-8F267032C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F265F-09EE-4A04-94DC-70E85A13F9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86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E42F-D1EA-FBBE-38A3-A8AD2F4E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BDBD-C80C-F79D-DEC5-04330E6F9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FFC13-A382-01BC-7734-1164DF599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3C133-8121-DF83-1D4E-D18CD7A28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F265F-09EE-4A04-94DC-70E85A13F9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3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83EBC-F198-C4E9-AD1B-44ECB2BC5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2985E-56E9-D9FE-99DC-7C9E4E87D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59C6D-9CE5-4877-3A4A-89CB396B8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194B5-AACB-D051-EC96-784512A27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F265F-09EE-4A04-94DC-70E85A13F9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33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603C-A708-BC92-C0A1-57EB9E2E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E041F-6A7E-485C-ED35-D6FB23316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57DD2-69F4-B6A3-E44C-E859035CC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B2691-9B53-F71A-C746-4A1789DBD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F265F-09EE-4A04-94DC-70E85A13F9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40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76B1A-DB54-F697-81C9-5DC710D18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A39D9-5BEE-B8AC-EF2E-6C1CFCF49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7613A-61C7-23BB-8F75-953C795D2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A70EA-A0C8-D60D-FB32-D9D175A54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F265F-09EE-4A04-94DC-70E85A13F9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66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F265F-09EE-4A04-94DC-70E85A13F9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9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F Pro Display" panose="00000500000000000000" pitchFamily="50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F Pro Display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F Pro Display" panose="00000500000000000000" pitchFamily="50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SF Pro Display" panose="00000500000000000000" pitchFamily="50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SF Pro Display" panose="00000500000000000000" pitchFamily="50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SF Pro Display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F Pro Display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F Pro Display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F Pro Display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.sv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6.jpeg"/><Relationship Id="rId10" Type="http://schemas.openxmlformats.org/officeDocument/2006/relationships/image" Target="../media/image28.png"/><Relationship Id="rId4" Type="http://schemas.openxmlformats.org/officeDocument/2006/relationships/image" Target="../media/image2.sv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2128888" flipH="1">
            <a:off x="4562138" y="-961074"/>
            <a:ext cx="12505522" cy="4661149"/>
          </a:xfrm>
          <a:custGeom>
            <a:avLst/>
            <a:gdLst/>
            <a:ahLst/>
            <a:cxnLst/>
            <a:rect l="l" t="t" r="r" b="b"/>
            <a:pathLst>
              <a:path w="12505522" h="4661149">
                <a:moveTo>
                  <a:pt x="12505522" y="0"/>
                </a:moveTo>
                <a:lnTo>
                  <a:pt x="0" y="0"/>
                </a:lnTo>
                <a:lnTo>
                  <a:pt x="0" y="4661149"/>
                </a:lnTo>
                <a:lnTo>
                  <a:pt x="12505522" y="4661149"/>
                </a:lnTo>
                <a:lnTo>
                  <a:pt x="12505522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 rot="-3341726">
            <a:off x="9991796" y="1056159"/>
            <a:ext cx="10970501" cy="3324256"/>
            <a:chOff x="0" y="0"/>
            <a:chExt cx="1341176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7460911">
            <a:off x="7497409" y="8574135"/>
            <a:ext cx="10970501" cy="3324256"/>
            <a:chOff x="0" y="0"/>
            <a:chExt cx="1341176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7460911">
            <a:off x="8908261" y="2841718"/>
            <a:ext cx="12470946" cy="640070"/>
            <a:chOff x="0" y="0"/>
            <a:chExt cx="791818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918180" cy="406400"/>
            </a:xfrm>
            <a:custGeom>
              <a:avLst/>
              <a:gdLst/>
              <a:ahLst/>
              <a:cxnLst/>
              <a:rect l="l" t="t" r="r" b="b"/>
              <a:pathLst>
                <a:path w="7918180" h="406400">
                  <a:moveTo>
                    <a:pt x="7714980" y="0"/>
                  </a:moveTo>
                  <a:cubicBezTo>
                    <a:pt x="7827204" y="0"/>
                    <a:pt x="7918180" y="90976"/>
                    <a:pt x="7918180" y="203200"/>
                  </a:cubicBezTo>
                  <a:cubicBezTo>
                    <a:pt x="7918180" y="315424"/>
                    <a:pt x="7827204" y="406400"/>
                    <a:pt x="77149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791818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-3372434">
            <a:off x="13824800" y="7866123"/>
            <a:ext cx="6456766" cy="640070"/>
            <a:chOff x="0" y="0"/>
            <a:chExt cx="4099595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99596" cy="406400"/>
            </a:xfrm>
            <a:custGeom>
              <a:avLst/>
              <a:gdLst/>
              <a:ahLst/>
              <a:cxnLst/>
              <a:rect l="l" t="t" r="r" b="b"/>
              <a:pathLst>
                <a:path w="4099596" h="406400">
                  <a:moveTo>
                    <a:pt x="3896396" y="0"/>
                  </a:moveTo>
                  <a:cubicBezTo>
                    <a:pt x="4008620" y="0"/>
                    <a:pt x="4099596" y="90976"/>
                    <a:pt x="4099596" y="203200"/>
                  </a:cubicBezTo>
                  <a:cubicBezTo>
                    <a:pt x="4099596" y="315424"/>
                    <a:pt x="4008620" y="406400"/>
                    <a:pt x="38963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09959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-3332746">
            <a:off x="8670334" y="6731565"/>
            <a:ext cx="6157566" cy="330162"/>
            <a:chOff x="0" y="0"/>
            <a:chExt cx="7579405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79406" cy="406400"/>
            </a:xfrm>
            <a:custGeom>
              <a:avLst/>
              <a:gdLst/>
              <a:ahLst/>
              <a:cxnLst/>
              <a:rect l="l" t="t" r="r" b="b"/>
              <a:pathLst>
                <a:path w="7579406" h="406400">
                  <a:moveTo>
                    <a:pt x="7376206" y="0"/>
                  </a:moveTo>
                  <a:cubicBezTo>
                    <a:pt x="7488430" y="0"/>
                    <a:pt x="7579406" y="90976"/>
                    <a:pt x="7579406" y="203200"/>
                  </a:cubicBezTo>
                  <a:cubicBezTo>
                    <a:pt x="7579406" y="315424"/>
                    <a:pt x="7488430" y="406400"/>
                    <a:pt x="737620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57940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-3332746">
            <a:off x="15175166" y="3388918"/>
            <a:ext cx="4423383" cy="330162"/>
            <a:chOff x="0" y="0"/>
            <a:chExt cx="5444784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44784" cy="406400"/>
            </a:xfrm>
            <a:custGeom>
              <a:avLst/>
              <a:gdLst/>
              <a:ahLst/>
              <a:cxnLst/>
              <a:rect l="l" t="t" r="r" b="b"/>
              <a:pathLst>
                <a:path w="5444784" h="406400">
                  <a:moveTo>
                    <a:pt x="5241584" y="0"/>
                  </a:moveTo>
                  <a:cubicBezTo>
                    <a:pt x="5353808" y="0"/>
                    <a:pt x="5444784" y="90976"/>
                    <a:pt x="5444784" y="203200"/>
                  </a:cubicBezTo>
                  <a:cubicBezTo>
                    <a:pt x="5444784" y="315424"/>
                    <a:pt x="5353808" y="406400"/>
                    <a:pt x="524158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44478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7537015">
            <a:off x="4862389" y="11755563"/>
            <a:ext cx="8286624" cy="493808"/>
            <a:chOff x="0" y="0"/>
            <a:chExt cx="6819820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19820" cy="406400"/>
            </a:xfrm>
            <a:custGeom>
              <a:avLst/>
              <a:gdLst/>
              <a:ahLst/>
              <a:cxnLst/>
              <a:rect l="l" t="t" r="r" b="b"/>
              <a:pathLst>
                <a:path w="6819820" h="406400">
                  <a:moveTo>
                    <a:pt x="6616620" y="0"/>
                  </a:moveTo>
                  <a:cubicBezTo>
                    <a:pt x="6728844" y="0"/>
                    <a:pt x="6819820" y="90976"/>
                    <a:pt x="6819820" y="203200"/>
                  </a:cubicBezTo>
                  <a:cubicBezTo>
                    <a:pt x="6819820" y="315424"/>
                    <a:pt x="6728844" y="406400"/>
                    <a:pt x="66166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81982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 rot="7537015">
            <a:off x="14268186" y="3983821"/>
            <a:ext cx="7257962" cy="1297936"/>
            <a:chOff x="0" y="0"/>
            <a:chExt cx="2272559" cy="406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72559" cy="406400"/>
            </a:xfrm>
            <a:custGeom>
              <a:avLst/>
              <a:gdLst/>
              <a:ahLst/>
              <a:cxnLst/>
              <a:rect l="l" t="t" r="r" b="b"/>
              <a:pathLst>
                <a:path w="2272559" h="406400">
                  <a:moveTo>
                    <a:pt x="2069359" y="0"/>
                  </a:moveTo>
                  <a:cubicBezTo>
                    <a:pt x="2181583" y="0"/>
                    <a:pt x="2272559" y="90976"/>
                    <a:pt x="2272559" y="203200"/>
                  </a:cubicBezTo>
                  <a:cubicBezTo>
                    <a:pt x="2272559" y="315424"/>
                    <a:pt x="2181583" y="406400"/>
                    <a:pt x="20693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2725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7537015">
            <a:off x="12360970" y="-1258720"/>
            <a:ext cx="7257962" cy="1297936"/>
            <a:chOff x="0" y="0"/>
            <a:chExt cx="2272559" cy="40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72559" cy="406400"/>
            </a:xfrm>
            <a:custGeom>
              <a:avLst/>
              <a:gdLst/>
              <a:ahLst/>
              <a:cxnLst/>
              <a:rect l="l" t="t" r="r" b="b"/>
              <a:pathLst>
                <a:path w="2272559" h="406400">
                  <a:moveTo>
                    <a:pt x="2069359" y="0"/>
                  </a:moveTo>
                  <a:cubicBezTo>
                    <a:pt x="2181583" y="0"/>
                    <a:pt x="2272559" y="90976"/>
                    <a:pt x="2272559" y="203200"/>
                  </a:cubicBezTo>
                  <a:cubicBezTo>
                    <a:pt x="2272559" y="315424"/>
                    <a:pt x="2181583" y="406400"/>
                    <a:pt x="20693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2725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 rot="-3355945">
            <a:off x="12131439" y="7237756"/>
            <a:ext cx="3845554" cy="895026"/>
            <a:chOff x="0" y="0"/>
            <a:chExt cx="1746131" cy="406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-3233516">
            <a:off x="14187107" y="9760099"/>
            <a:ext cx="303218" cy="303218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 rot="-3233516">
            <a:off x="14466456" y="9377129"/>
            <a:ext cx="303218" cy="303218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-3233516">
            <a:off x="14745805" y="8994159"/>
            <a:ext cx="303218" cy="303218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 rot="-3233516">
            <a:off x="14364757" y="1260061"/>
            <a:ext cx="303218" cy="303218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 rot="-3233516">
            <a:off x="14644107" y="877091"/>
            <a:ext cx="303218" cy="303218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 rot="-3233516">
            <a:off x="14923456" y="494121"/>
            <a:ext cx="303218" cy="303218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970462" y="2266888"/>
            <a:ext cx="9488599" cy="2581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30"/>
              </a:lnSpc>
              <a:spcBef>
                <a:spcPct val="0"/>
              </a:spcBef>
            </a:pPr>
            <a:r>
              <a:rPr lang="vi-VN" sz="12500" b="1" dirty="0">
                <a:solidFill>
                  <a:srgbClr val="610876"/>
                </a:solidFill>
                <a:latin typeface="SF Pro Display" panose="00000500000000000000" pitchFamily="50" charset="0"/>
                <a:ea typeface="SF Pro Display" panose="00000500000000000000" pitchFamily="50" charset="0"/>
                <a:cs typeface="Sabon Next LT" panose="020B0502040204020203" pitchFamily="2" charset="0"/>
                <a:sym typeface="Staatliches"/>
              </a:rPr>
              <a:t>TÍCH HỢP</a:t>
            </a:r>
            <a:endParaRPr lang="en-US" sz="12500" b="1" dirty="0">
              <a:solidFill>
                <a:srgbClr val="610876"/>
              </a:solidFill>
              <a:latin typeface="SF Pro Display" panose="00000500000000000000" pitchFamily="50" charset="0"/>
              <a:ea typeface="SF Pro Display" panose="00000500000000000000" pitchFamily="50" charset="0"/>
              <a:cs typeface="Sabon Next LT" panose="020B0502040204020203" pitchFamily="2" charset="0"/>
              <a:sym typeface="Staatliche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76450" y="4010466"/>
            <a:ext cx="8962946" cy="249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63"/>
              </a:lnSpc>
              <a:spcBef>
                <a:spcPct val="0"/>
              </a:spcBef>
            </a:pPr>
            <a:r>
              <a:rPr lang="vi-VN" sz="12500" b="1" dirty="0">
                <a:solidFill>
                  <a:srgbClr val="D82D8B"/>
                </a:solidFill>
                <a:latin typeface="SF Pro Display" panose="00000500000000000000" pitchFamily="50" charset="0"/>
                <a:ea typeface="Staatliches"/>
                <a:cs typeface="Staatliches"/>
                <a:sym typeface="Staatliches"/>
              </a:rPr>
              <a:t>MOMO</a:t>
            </a:r>
            <a:endParaRPr lang="en-US" sz="12500" b="1" dirty="0">
              <a:solidFill>
                <a:srgbClr val="D82D8B"/>
              </a:solidFill>
              <a:latin typeface="SF Pro Display" panose="00000500000000000000" pitchFamily="50" charset="0"/>
              <a:ea typeface="Staatliches"/>
              <a:cs typeface="Staatliches"/>
              <a:sym typeface="Staatliche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924626" y="5925661"/>
            <a:ext cx="11224197" cy="1702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573"/>
              </a:lnSpc>
              <a:spcBef>
                <a:spcPct val="0"/>
              </a:spcBef>
            </a:pPr>
            <a:r>
              <a:rPr lang="vi-VN" sz="8800" b="1" dirty="0">
                <a:solidFill>
                  <a:srgbClr val="610876"/>
                </a:solidFill>
                <a:latin typeface="SF Pro Display" panose="00000500000000000000" pitchFamily="50" charset="0"/>
                <a:ea typeface="Staatliches"/>
                <a:cs typeface="Staatliches"/>
                <a:sym typeface="Staatliches"/>
              </a:rPr>
              <a:t>Thanh Toán Online</a:t>
            </a:r>
            <a:endParaRPr lang="en-US" sz="8800" b="1" dirty="0">
              <a:solidFill>
                <a:srgbClr val="610876"/>
              </a:solidFill>
              <a:latin typeface="SF Pro Display" panose="00000500000000000000" pitchFamily="50" charset="0"/>
              <a:ea typeface="Staatliches"/>
              <a:cs typeface="Staatliches"/>
              <a:sym typeface="Staatliches"/>
            </a:endParaRPr>
          </a:p>
        </p:txBody>
      </p:sp>
      <p:sp>
        <p:nvSpPr>
          <p:cNvPr id="55" name="Freeform 55"/>
          <p:cNvSpPr/>
          <p:nvPr/>
        </p:nvSpPr>
        <p:spPr>
          <a:xfrm>
            <a:off x="10196269" y="1304751"/>
            <a:ext cx="7861232" cy="7851406"/>
          </a:xfrm>
          <a:custGeom>
            <a:avLst/>
            <a:gdLst/>
            <a:ahLst/>
            <a:cxnLst/>
            <a:rect l="l" t="t" r="r" b="b"/>
            <a:pathLst>
              <a:path w="7861232" h="7851406">
                <a:moveTo>
                  <a:pt x="0" y="0"/>
                </a:moveTo>
                <a:lnTo>
                  <a:pt x="7861232" y="0"/>
                </a:lnTo>
                <a:lnTo>
                  <a:pt x="7861232" y="7851406"/>
                </a:lnTo>
                <a:lnTo>
                  <a:pt x="0" y="7851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grpSp>
        <p:nvGrpSpPr>
          <p:cNvPr id="56" name="Group 56"/>
          <p:cNvGrpSpPr/>
          <p:nvPr/>
        </p:nvGrpSpPr>
        <p:grpSpPr>
          <a:xfrm>
            <a:off x="10512376" y="1615945"/>
            <a:ext cx="7229018" cy="7229018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3254" tIns="53254" rIns="53254" bIns="5325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59" name="Freeform 59"/>
          <p:cNvSpPr/>
          <p:nvPr/>
        </p:nvSpPr>
        <p:spPr>
          <a:xfrm rot="5400000">
            <a:off x="11768533" y="896711"/>
            <a:ext cx="4716704" cy="6671452"/>
          </a:xfrm>
          <a:custGeom>
            <a:avLst/>
            <a:gdLst/>
            <a:ahLst/>
            <a:cxnLst/>
            <a:rect l="l" t="t" r="r" b="b"/>
            <a:pathLst>
              <a:path w="4716704" h="6671452">
                <a:moveTo>
                  <a:pt x="0" y="0"/>
                </a:moveTo>
                <a:lnTo>
                  <a:pt x="4716704" y="0"/>
                </a:lnTo>
                <a:lnTo>
                  <a:pt x="4716704" y="6671451"/>
                </a:lnTo>
                <a:lnTo>
                  <a:pt x="0" y="66714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41443"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028700" y="8025857"/>
            <a:ext cx="8270147" cy="3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Giảng viên: Nguyễn Thanh Phước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2020584" y="1554872"/>
            <a:ext cx="2780016" cy="49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vi-VN" sz="3381" b="1" dirty="0">
                <a:solidFill>
                  <a:srgbClr val="000000"/>
                </a:solidFill>
                <a:latin typeface="SF Pro Display" panose="00000500000000000000" pitchFamily="50" charset="0"/>
                <a:ea typeface="Prompt Bold"/>
                <a:cs typeface="Charmonman" panose="020B0502040204020203" pitchFamily="2" charset="-34"/>
                <a:sym typeface="Prompt Bold"/>
              </a:rPr>
              <a:t>Nhóm: ZTech</a:t>
            </a:r>
            <a:endParaRPr lang="en-US" sz="3381" b="1" dirty="0">
              <a:solidFill>
                <a:srgbClr val="000000"/>
              </a:solidFill>
              <a:latin typeface="SF Pro Display" panose="00000500000000000000" pitchFamily="50" charset="0"/>
              <a:ea typeface="Prompt Bold"/>
              <a:cs typeface="Charmonman" panose="020B0502040204020203" pitchFamily="2" charset="-34"/>
              <a:sym typeface="Prompt Bold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65E85A-B495-7761-98DA-D71C0F03D681}"/>
              </a:ext>
            </a:extLst>
          </p:cNvPr>
          <p:cNvGrpSpPr/>
          <p:nvPr/>
        </p:nvGrpSpPr>
        <p:grpSpPr>
          <a:xfrm>
            <a:off x="10745232" y="1874084"/>
            <a:ext cx="6782404" cy="6782404"/>
            <a:chOff x="10745232" y="1874084"/>
            <a:chExt cx="6782404" cy="6782404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7F99144-1D45-0EB2-DA25-AD8BCEB2F33A}"/>
                </a:ext>
              </a:extLst>
            </p:cNvPr>
            <p:cNvSpPr/>
            <p:nvPr/>
          </p:nvSpPr>
          <p:spPr>
            <a:xfrm>
              <a:off x="10745232" y="1874084"/>
              <a:ext cx="6782404" cy="6782404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F Pro Display" panose="00000500000000000000" pitchFamily="50" charset="0"/>
              </a:endParaRPr>
            </a:p>
          </p:txBody>
        </p:sp>
        <p:pic>
          <p:nvPicPr>
            <p:cNvPr id="66" name="Picture 65" descr="A purple square with white letters&#10;&#10;Description automatically generated">
              <a:extLst>
                <a:ext uri="{FF2B5EF4-FFF2-40B4-BE49-F238E27FC236}">
                  <a16:creationId xmlns:a16="http://schemas.microsoft.com/office/drawing/2014/main" id="{BD180BBD-5F65-DC7C-823C-7D9AC33B6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2052" y="3054795"/>
              <a:ext cx="6365639" cy="4243759"/>
            </a:xfrm>
            <a:prstGeom prst="rect">
              <a:avLst/>
            </a:prstGeom>
          </p:spPr>
        </p:pic>
      </p:grpSp>
      <p:pic>
        <p:nvPicPr>
          <p:cNvPr id="71" name="Graphic 70">
            <a:extLst>
              <a:ext uri="{FF2B5EF4-FFF2-40B4-BE49-F238E27FC236}">
                <a16:creationId xmlns:a16="http://schemas.microsoft.com/office/drawing/2014/main" id="{1E9C53F7-EE13-0EFC-60F7-CDC37A34EF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7474" y="1359863"/>
            <a:ext cx="889514" cy="889514"/>
          </a:xfrm>
          <a:prstGeom prst="rect">
            <a:avLst/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CBCFBBD-1A29-978E-E646-CF25EA697581}"/>
              </a:ext>
            </a:extLst>
          </p:cNvPr>
          <p:cNvSpPr/>
          <p:nvPr/>
        </p:nvSpPr>
        <p:spPr>
          <a:xfrm>
            <a:off x="-12649200" y="1945726"/>
            <a:ext cx="12174419" cy="7591322"/>
          </a:xfrm>
          <a:prstGeom prst="roundRect">
            <a:avLst>
              <a:gd name="adj" fmla="val 2295"/>
            </a:avLst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DD3F5-CFCA-5078-A6E2-7CA1BF9E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8E7AC34-6C2F-9FAD-A6E8-38C993FDC9F5}"/>
              </a:ext>
            </a:extLst>
          </p:cNvPr>
          <p:cNvSpPr/>
          <p:nvPr/>
        </p:nvSpPr>
        <p:spPr>
          <a:xfrm>
            <a:off x="12774270" y="-270584"/>
            <a:ext cx="5776923" cy="5769702"/>
          </a:xfrm>
          <a:custGeom>
            <a:avLst/>
            <a:gdLst/>
            <a:ahLst/>
            <a:cxnLst/>
            <a:rect l="l" t="t" r="r" b="b"/>
            <a:pathLst>
              <a:path w="5776923" h="5769702">
                <a:moveTo>
                  <a:pt x="0" y="0"/>
                </a:moveTo>
                <a:lnTo>
                  <a:pt x="5776923" y="0"/>
                </a:lnTo>
                <a:lnTo>
                  <a:pt x="5776923" y="5769701"/>
                </a:lnTo>
                <a:lnTo>
                  <a:pt x="0" y="576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2BE1396-EF0A-0460-9182-5B596B716088}"/>
              </a:ext>
            </a:extLst>
          </p:cNvPr>
          <p:cNvGrpSpPr/>
          <p:nvPr/>
        </p:nvGrpSpPr>
        <p:grpSpPr>
          <a:xfrm rot="1657751">
            <a:off x="14127688" y="2560735"/>
            <a:ext cx="10970501" cy="3324256"/>
            <a:chOff x="0" y="0"/>
            <a:chExt cx="1341176" cy="4064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ABD222A-EB2B-BB28-A341-FC1BC0052AE3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6ABE636-A8D1-579C-3357-FC0FE2C59EED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3ED86CC-9231-9DBD-B930-8D9119A82EA8}"/>
              </a:ext>
            </a:extLst>
          </p:cNvPr>
          <p:cNvSpPr/>
          <p:nvPr/>
        </p:nvSpPr>
        <p:spPr>
          <a:xfrm rot="-1613463">
            <a:off x="-3232659" y="-1602812"/>
            <a:ext cx="12505522" cy="4661149"/>
          </a:xfrm>
          <a:custGeom>
            <a:avLst/>
            <a:gdLst/>
            <a:ahLst/>
            <a:cxnLst/>
            <a:rect l="l" t="t" r="r" b="b"/>
            <a:pathLst>
              <a:path w="12505522" h="4661149">
                <a:moveTo>
                  <a:pt x="0" y="0"/>
                </a:moveTo>
                <a:lnTo>
                  <a:pt x="12505522" y="0"/>
                </a:lnTo>
                <a:lnTo>
                  <a:pt x="12505522" y="4661149"/>
                </a:lnTo>
                <a:lnTo>
                  <a:pt x="0" y="4661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F5C31291-64FF-CDDE-7125-48BF2E2E029E}"/>
              </a:ext>
            </a:extLst>
          </p:cNvPr>
          <p:cNvGrpSpPr/>
          <p:nvPr/>
        </p:nvGrpSpPr>
        <p:grpSpPr>
          <a:xfrm rot="1733855">
            <a:off x="9843948" y="-651217"/>
            <a:ext cx="7257962" cy="1297936"/>
            <a:chOff x="0" y="0"/>
            <a:chExt cx="2272559" cy="4064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5DD0D36-D97B-B6EE-97A0-2F1AEAF07D3B}"/>
                </a:ext>
              </a:extLst>
            </p:cNvPr>
            <p:cNvSpPr/>
            <p:nvPr/>
          </p:nvSpPr>
          <p:spPr>
            <a:xfrm>
              <a:off x="0" y="0"/>
              <a:ext cx="2272559" cy="406400"/>
            </a:xfrm>
            <a:custGeom>
              <a:avLst/>
              <a:gdLst/>
              <a:ahLst/>
              <a:cxnLst/>
              <a:rect l="l" t="t" r="r" b="b"/>
              <a:pathLst>
                <a:path w="2272559" h="406400">
                  <a:moveTo>
                    <a:pt x="2069359" y="0"/>
                  </a:moveTo>
                  <a:cubicBezTo>
                    <a:pt x="2181583" y="0"/>
                    <a:pt x="2272559" y="90976"/>
                    <a:pt x="2272559" y="203200"/>
                  </a:cubicBezTo>
                  <a:cubicBezTo>
                    <a:pt x="2272559" y="315424"/>
                    <a:pt x="2181583" y="406400"/>
                    <a:pt x="20693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707CD37-A245-A8BC-ABCB-A53B24E27101}"/>
                </a:ext>
              </a:extLst>
            </p:cNvPr>
            <p:cNvSpPr txBox="1"/>
            <p:nvPr/>
          </p:nvSpPr>
          <p:spPr>
            <a:xfrm>
              <a:off x="0" y="-38100"/>
              <a:ext cx="22725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62A23EB-00B0-F231-099A-BAB62BD6003D}"/>
              </a:ext>
            </a:extLst>
          </p:cNvPr>
          <p:cNvGrpSpPr/>
          <p:nvPr/>
        </p:nvGrpSpPr>
        <p:grpSpPr>
          <a:xfrm rot="-9159104">
            <a:off x="15031312" y="3009634"/>
            <a:ext cx="3845554" cy="895026"/>
            <a:chOff x="0" y="0"/>
            <a:chExt cx="1746131" cy="4064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DEDA236-8F02-8E09-506E-03685008C71D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E9B681A-30B1-ED9B-E8E0-55E59EC7705E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BE89FA1-A318-2C03-1334-469DBCA0EA28}"/>
              </a:ext>
            </a:extLst>
          </p:cNvPr>
          <p:cNvGrpSpPr/>
          <p:nvPr/>
        </p:nvGrpSpPr>
        <p:grpSpPr>
          <a:xfrm rot="-9159104">
            <a:off x="12560183" y="1326914"/>
            <a:ext cx="2662587" cy="619699"/>
            <a:chOff x="0" y="0"/>
            <a:chExt cx="1746131" cy="4064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2FC487D-0B69-3600-4205-0532C81BAB79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385CE72-ED37-DB7C-4C12-EA914430BF49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D713F4FE-41D4-3AEA-7D86-FF21349DBE58}"/>
              </a:ext>
            </a:extLst>
          </p:cNvPr>
          <p:cNvGrpSpPr/>
          <p:nvPr/>
        </p:nvGrpSpPr>
        <p:grpSpPr>
          <a:xfrm>
            <a:off x="13006566" y="-41900"/>
            <a:ext cx="5312332" cy="5312332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E7D0640-FAEF-3BC1-3B31-8768596D13B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9E5C5A19-B61F-8074-698B-1A573CC405A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134" tIns="39134" rIns="39134" bIns="3913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38" name="Freeform 38">
            <a:extLst>
              <a:ext uri="{FF2B5EF4-FFF2-40B4-BE49-F238E27FC236}">
                <a16:creationId xmlns:a16="http://schemas.microsoft.com/office/drawing/2014/main" id="{98462B7E-E77F-8D4D-C7F9-6E7EF91B34B6}"/>
              </a:ext>
            </a:extLst>
          </p:cNvPr>
          <p:cNvSpPr/>
          <p:nvPr/>
        </p:nvSpPr>
        <p:spPr>
          <a:xfrm rot="5400000">
            <a:off x="13929668" y="-570438"/>
            <a:ext cx="3466128" cy="4902598"/>
          </a:xfrm>
          <a:custGeom>
            <a:avLst/>
            <a:gdLst/>
            <a:ahLst/>
            <a:cxnLst/>
            <a:rect l="l" t="t" r="r" b="b"/>
            <a:pathLst>
              <a:path w="3466128" h="4902598">
                <a:moveTo>
                  <a:pt x="0" y="0"/>
                </a:moveTo>
                <a:lnTo>
                  <a:pt x="3466127" y="0"/>
                </a:lnTo>
                <a:lnTo>
                  <a:pt x="3466127" y="4902598"/>
                </a:lnTo>
                <a:lnTo>
                  <a:pt x="0" y="49025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41443"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42E0C5F7-2437-2400-0A86-5F083E8F2A8A}"/>
              </a:ext>
            </a:extLst>
          </p:cNvPr>
          <p:cNvGrpSpPr/>
          <p:nvPr/>
        </p:nvGrpSpPr>
        <p:grpSpPr>
          <a:xfrm rot="-9036676">
            <a:off x="13734345" y="108599"/>
            <a:ext cx="303218" cy="303218"/>
            <a:chOff x="0" y="0"/>
            <a:chExt cx="812800" cy="812800"/>
          </a:xfrm>
        </p:grpSpPr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3748862A-7A25-27EB-12BE-33FFAFF4E99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129313FA-70F1-8895-8EF6-D433A950EE8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1D998E17-68C3-A617-02C7-A87D55E73952}"/>
              </a:ext>
            </a:extLst>
          </p:cNvPr>
          <p:cNvGrpSpPr/>
          <p:nvPr/>
        </p:nvGrpSpPr>
        <p:grpSpPr>
          <a:xfrm rot="-9036676">
            <a:off x="13321320" y="-124021"/>
            <a:ext cx="303218" cy="303218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488ABF17-D3EF-4BCB-AC7A-95F2A2E3BE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C9FF94D2-D8D9-D77F-75F0-EDDDE0E8260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BAB02556-38B5-B0C4-1945-DB29865A7778}"/>
              </a:ext>
            </a:extLst>
          </p:cNvPr>
          <p:cNvGrpSpPr/>
          <p:nvPr/>
        </p:nvGrpSpPr>
        <p:grpSpPr>
          <a:xfrm rot="-9036676">
            <a:off x="12908295" y="-356642"/>
            <a:ext cx="303218" cy="303218"/>
            <a:chOff x="0" y="0"/>
            <a:chExt cx="812800" cy="8128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D096DD89-E40A-DE73-F380-DCA9B56523D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EA86C8BA-B85E-1777-7E58-249D545DEED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D3E53B4-B820-62AD-C552-838F06303F96}"/>
              </a:ext>
            </a:extLst>
          </p:cNvPr>
          <p:cNvGrpSpPr/>
          <p:nvPr/>
        </p:nvGrpSpPr>
        <p:grpSpPr>
          <a:xfrm>
            <a:off x="13178080" y="123396"/>
            <a:ext cx="4958673" cy="4958673"/>
            <a:chOff x="10745232" y="1874084"/>
            <a:chExt cx="6782404" cy="67824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41E9E8E-C728-BA46-C3B6-2EAE5B7E0562}"/>
                </a:ext>
              </a:extLst>
            </p:cNvPr>
            <p:cNvSpPr/>
            <p:nvPr/>
          </p:nvSpPr>
          <p:spPr>
            <a:xfrm>
              <a:off x="10745232" y="1874084"/>
              <a:ext cx="6782404" cy="6782404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F Pro Display" panose="00000500000000000000" pitchFamily="50" charset="0"/>
              </a:endParaRPr>
            </a:p>
          </p:txBody>
        </p:sp>
        <p:pic>
          <p:nvPicPr>
            <p:cNvPr id="66" name="Picture 65" descr="A purple square with white letters&#10;&#10;Description automatically generated">
              <a:extLst>
                <a:ext uri="{FF2B5EF4-FFF2-40B4-BE49-F238E27FC236}">
                  <a16:creationId xmlns:a16="http://schemas.microsoft.com/office/drawing/2014/main" id="{089E7D7B-708D-365D-A66C-01E9773BB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2052" y="3054795"/>
              <a:ext cx="6365639" cy="4243759"/>
            </a:xfrm>
            <a:prstGeom prst="rect">
              <a:avLst/>
            </a:prstGeom>
          </p:spPr>
        </p:pic>
      </p:grp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8A03A73-A563-FDD3-DC9E-E1D5CF04F1DE}"/>
              </a:ext>
            </a:extLst>
          </p:cNvPr>
          <p:cNvSpPr/>
          <p:nvPr/>
        </p:nvSpPr>
        <p:spPr>
          <a:xfrm>
            <a:off x="627181" y="1945726"/>
            <a:ext cx="12174419" cy="7591322"/>
          </a:xfrm>
          <a:prstGeom prst="roundRect">
            <a:avLst>
              <a:gd name="adj" fmla="val 2295"/>
            </a:avLst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55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88113-6B7A-5E0C-8C11-38887B60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ylinder 105">
            <a:extLst>
              <a:ext uri="{FF2B5EF4-FFF2-40B4-BE49-F238E27FC236}">
                <a16:creationId xmlns:a16="http://schemas.microsoft.com/office/drawing/2014/main" id="{4A8FC275-2058-67C1-D46E-16D6FA4C4F95}"/>
              </a:ext>
            </a:extLst>
          </p:cNvPr>
          <p:cNvSpPr/>
          <p:nvPr/>
        </p:nvSpPr>
        <p:spPr>
          <a:xfrm>
            <a:off x="5798286" y="7451073"/>
            <a:ext cx="1797034" cy="2448090"/>
          </a:xfrm>
          <a:prstGeom prst="can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6">
            <a:extLst>
              <a:ext uri="{FF2B5EF4-FFF2-40B4-BE49-F238E27FC236}">
                <a16:creationId xmlns:a16="http://schemas.microsoft.com/office/drawing/2014/main" id="{56140A9B-A105-0BBF-54BE-DBC2AFAFE7AF}"/>
              </a:ext>
            </a:extLst>
          </p:cNvPr>
          <p:cNvGrpSpPr/>
          <p:nvPr/>
        </p:nvGrpSpPr>
        <p:grpSpPr>
          <a:xfrm rot="8284381">
            <a:off x="-3929977" y="2744438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926E6EC9-84CD-5352-84F6-02D059A68C0A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9564EE00-0DEC-9E90-017B-49FEA2BEA6F4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08CF2E36-FB54-3588-6063-B8F9799EF59F}"/>
              </a:ext>
            </a:extLst>
          </p:cNvPr>
          <p:cNvGrpSpPr/>
          <p:nvPr/>
        </p:nvGrpSpPr>
        <p:grpSpPr>
          <a:xfrm rot="-2532475">
            <a:off x="-3196624" y="-1728573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DD8AD90A-B1C8-E077-87FD-43A3A94829CC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E918BC90-8303-F29E-D0A5-64E50EAF1E66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BFB518E8-5FB3-8E01-7793-704E1DC029FC}"/>
              </a:ext>
            </a:extLst>
          </p:cNvPr>
          <p:cNvGrpSpPr/>
          <p:nvPr/>
        </p:nvGrpSpPr>
        <p:grpSpPr>
          <a:xfrm rot="-2700000">
            <a:off x="540788" y="3267361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738C2C90-28F5-7B6A-E73F-D09EECF4069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62A9AB8D-E74A-AC86-3038-0D1090B8435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2137C161-1EB4-8DCD-023C-32FDBA8AD755}"/>
              </a:ext>
            </a:extLst>
          </p:cNvPr>
          <p:cNvGrpSpPr/>
          <p:nvPr/>
        </p:nvGrpSpPr>
        <p:grpSpPr>
          <a:xfrm rot="-2700000">
            <a:off x="753408" y="3054741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7C02ED74-2011-E161-8F90-8C3B4AF346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5026DBA3-9172-84EF-B478-6E490642F6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D1C338E1-405B-3AF7-DC1B-63EFE7AB6311}"/>
              </a:ext>
            </a:extLst>
          </p:cNvPr>
          <p:cNvGrpSpPr/>
          <p:nvPr/>
        </p:nvGrpSpPr>
        <p:grpSpPr>
          <a:xfrm rot="-2700000">
            <a:off x="966028" y="2842121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5C6C10B9-0C0C-8943-D99F-B3D45D7B2BF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866588E3-40E3-2684-718D-DB8DCD3EAF0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B74A2B4E-2508-BCE5-26B2-3A40A0ECCBD0}"/>
              </a:ext>
            </a:extLst>
          </p:cNvPr>
          <p:cNvGrpSpPr/>
          <p:nvPr/>
        </p:nvGrpSpPr>
        <p:grpSpPr>
          <a:xfrm rot="-2532475">
            <a:off x="-625961" y="2104201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1D500633-7614-381F-C6FE-52712CFEB74B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376E29FF-804A-67C9-B177-2FE3821E9073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2207017E-DE6F-DFCE-92F1-2CF8FCFA0EF5}"/>
              </a:ext>
            </a:extLst>
          </p:cNvPr>
          <p:cNvGrpSpPr/>
          <p:nvPr/>
        </p:nvGrpSpPr>
        <p:grpSpPr>
          <a:xfrm rot="-2515618">
            <a:off x="15804450" y="6658129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54DEBDCB-0A3B-A6C1-E7D6-4853367019E8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C0AFA28F-B259-5C6F-F2BC-553266094FBB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8CD0CB28-55DD-8584-88CA-E82A3B2E31C6}"/>
              </a:ext>
            </a:extLst>
          </p:cNvPr>
          <p:cNvGrpSpPr/>
          <p:nvPr/>
        </p:nvGrpSpPr>
        <p:grpSpPr>
          <a:xfrm rot="8267524">
            <a:off x="12172223" y="10114529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2795994A-DE0F-1580-46C0-C74CF9611D5E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9DFC4DE2-8995-AB3F-8630-F115B3BEA22E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4BA3E71E-BAAC-9A89-0A6A-4D1B8EEB097A}"/>
              </a:ext>
            </a:extLst>
          </p:cNvPr>
          <p:cNvGrpSpPr/>
          <p:nvPr/>
        </p:nvGrpSpPr>
        <p:grpSpPr>
          <a:xfrm rot="8100000">
            <a:off x="17558506" y="7722728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F7BDDFD0-8BC0-2C03-1689-398750E64A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8B292774-C1CA-8128-AD7D-3A30BD90D8B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9D4FE519-9AE4-9306-AADE-70C72EC7CB8A}"/>
              </a:ext>
            </a:extLst>
          </p:cNvPr>
          <p:cNvGrpSpPr/>
          <p:nvPr/>
        </p:nvGrpSpPr>
        <p:grpSpPr>
          <a:xfrm rot="8100000">
            <a:off x="17396059" y="7885174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1526E5B0-E2DD-6693-59C9-7A6339143D7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FFB17BA8-3FFB-1F62-D0E1-BC845903F5A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849EED32-0D4F-3B17-A981-1F24BC242E4E}"/>
              </a:ext>
            </a:extLst>
          </p:cNvPr>
          <p:cNvGrpSpPr/>
          <p:nvPr/>
        </p:nvGrpSpPr>
        <p:grpSpPr>
          <a:xfrm rot="8100000">
            <a:off x="17233613" y="8047620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FDD7B6FE-305F-5F92-2808-1225FEE1E4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FF7EE750-B979-CC58-D2D6-F3109D24124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B931383E-B432-9122-1CFF-A77EEBBAC3D0}"/>
              </a:ext>
            </a:extLst>
          </p:cNvPr>
          <p:cNvGrpSpPr/>
          <p:nvPr/>
        </p:nvGrpSpPr>
        <p:grpSpPr>
          <a:xfrm rot="8267524">
            <a:off x="16733161" y="8324592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97DBD802-7A60-5510-BAFB-23AC377D5D62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412DEE03-F134-C81A-6603-3148A717DC14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56010901-B3C7-F415-B115-98D15EEC9E35}"/>
              </a:ext>
            </a:extLst>
          </p:cNvPr>
          <p:cNvGrpSpPr/>
          <p:nvPr/>
        </p:nvGrpSpPr>
        <p:grpSpPr>
          <a:xfrm rot="-5400000">
            <a:off x="807186" y="9020286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19DA55AA-49B4-9E84-4098-4E4CA6EDAD1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33969D12-965A-4035-549B-FF57FA4048C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3A1262F4-AB41-7C09-286B-98D7DC384991}"/>
              </a:ext>
            </a:extLst>
          </p:cNvPr>
          <p:cNvGrpSpPr/>
          <p:nvPr/>
        </p:nvGrpSpPr>
        <p:grpSpPr>
          <a:xfrm rot="-5400000">
            <a:off x="807186" y="8648194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FD8E588D-F04F-CB58-035C-24113BDB70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0AB9E83C-8866-4DD8-1AC4-62D611268C1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E671980C-5283-6C55-CD2F-6774D1A4BD7D}"/>
              </a:ext>
            </a:extLst>
          </p:cNvPr>
          <p:cNvGrpSpPr/>
          <p:nvPr/>
        </p:nvGrpSpPr>
        <p:grpSpPr>
          <a:xfrm rot="-5400000">
            <a:off x="807186" y="8276101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C77DA36A-FB78-3B97-3538-37F347ACB00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854BD8C1-DF72-92F5-E3C7-C77A755F65C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1EE5E948-72EF-CE89-8836-2349F50B0B03}"/>
              </a:ext>
            </a:extLst>
          </p:cNvPr>
          <p:cNvGrpSpPr/>
          <p:nvPr/>
        </p:nvGrpSpPr>
        <p:grpSpPr>
          <a:xfrm rot="-5400000">
            <a:off x="170212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70F7D219-0306-AE28-9992-DCF34AF6C0F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C376FCE5-FD8D-9639-6DC8-91AFE3D580D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34048BBC-A54E-5557-D3EA-8B3A31802340}"/>
              </a:ext>
            </a:extLst>
          </p:cNvPr>
          <p:cNvGrpSpPr/>
          <p:nvPr/>
        </p:nvGrpSpPr>
        <p:grpSpPr>
          <a:xfrm rot="-5400000">
            <a:off x="170212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619622BB-6FD6-AA75-9068-8560B9F953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2B7E1FD2-BC84-B893-6E0D-DFCFF4904BA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FD4EC474-FEED-C1D9-8A6D-0CFD513408B2}"/>
              </a:ext>
            </a:extLst>
          </p:cNvPr>
          <p:cNvGrpSpPr/>
          <p:nvPr/>
        </p:nvGrpSpPr>
        <p:grpSpPr>
          <a:xfrm rot="-5400000">
            <a:off x="170212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A6EE24E0-5AA1-986F-A938-35DA2D5024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FB614434-C1DD-6827-A9DE-D446FDACA06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CFA4BD98-D82D-B4DA-6115-7F3B1FBF40CF}"/>
              </a:ext>
            </a:extLst>
          </p:cNvPr>
          <p:cNvSpPr/>
          <p:nvPr/>
        </p:nvSpPr>
        <p:spPr>
          <a:xfrm>
            <a:off x="4647633" y="942830"/>
            <a:ext cx="3913238" cy="1589518"/>
          </a:xfrm>
          <a:prstGeom prst="roundRect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FACB882-FBE9-EA6B-8F51-F6C805A7CFDD}"/>
              </a:ext>
            </a:extLst>
          </p:cNvPr>
          <p:cNvSpPr/>
          <p:nvPr/>
        </p:nvSpPr>
        <p:spPr>
          <a:xfrm>
            <a:off x="4647633" y="4207861"/>
            <a:ext cx="3913238" cy="1849367"/>
          </a:xfrm>
          <a:prstGeom prst="roundRect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D6F9D5-A3E9-1F02-921C-3EB029843B9D}"/>
              </a:ext>
            </a:extLst>
          </p:cNvPr>
          <p:cNvSpPr/>
          <p:nvPr/>
        </p:nvSpPr>
        <p:spPr>
          <a:xfrm>
            <a:off x="12687225" y="3611934"/>
            <a:ext cx="3175988" cy="3075784"/>
          </a:xfrm>
          <a:prstGeom prst="roundRect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8" name="Picture 97" descr="A blue dolphin with yellow text&#10;&#10;Description automatically generated">
            <a:extLst>
              <a:ext uri="{FF2B5EF4-FFF2-40B4-BE49-F238E27FC236}">
                <a16:creationId xmlns:a16="http://schemas.microsoft.com/office/drawing/2014/main" id="{68147917-F333-CB38-C19E-C0F069F3DD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704" y="8103423"/>
            <a:ext cx="1487396" cy="1487396"/>
          </a:xfrm>
          <a:prstGeom prst="rect">
            <a:avLst/>
          </a:prstGeom>
        </p:spPr>
      </p:pic>
      <p:pic>
        <p:nvPicPr>
          <p:cNvPr id="100" name="Picture 99" descr="A green and black logo&#10;&#10;Description automatically generated">
            <a:extLst>
              <a:ext uri="{FF2B5EF4-FFF2-40B4-BE49-F238E27FC236}">
                <a16:creationId xmlns:a16="http://schemas.microsoft.com/office/drawing/2014/main" id="{783851A4-4C75-227F-4C29-286A0FEE0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863" y="4490754"/>
            <a:ext cx="3124777" cy="1191154"/>
          </a:xfrm>
          <a:prstGeom prst="rect">
            <a:avLst/>
          </a:prstGeom>
        </p:spPr>
      </p:pic>
      <p:pic>
        <p:nvPicPr>
          <p:cNvPr id="102" name="Picture 101" descr="A blue and black logo&#10;&#10;Description automatically generated">
            <a:extLst>
              <a:ext uri="{FF2B5EF4-FFF2-40B4-BE49-F238E27FC236}">
                <a16:creationId xmlns:a16="http://schemas.microsoft.com/office/drawing/2014/main" id="{C9CD36C3-FC9C-D132-C6F1-A4F41C9A3C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565" y="1314575"/>
            <a:ext cx="2860095" cy="960420"/>
          </a:xfrm>
          <a:prstGeom prst="rect">
            <a:avLst/>
          </a:prstGeom>
        </p:spPr>
      </p:pic>
      <p:pic>
        <p:nvPicPr>
          <p:cNvPr id="104" name="Picture 103" descr="A purple square with white text&#10;&#10;Description automatically generated">
            <a:extLst>
              <a:ext uri="{FF2B5EF4-FFF2-40B4-BE49-F238E27FC236}">
                <a16:creationId xmlns:a16="http://schemas.microsoft.com/office/drawing/2014/main" id="{EBC20B1F-5FFC-B1AC-B38F-67537CC7C8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7752" y="3990975"/>
            <a:ext cx="2305050" cy="2305050"/>
          </a:xfrm>
          <a:prstGeom prst="rect">
            <a:avLst/>
          </a:prstGeom>
        </p:spPr>
      </p:pic>
      <p:sp>
        <p:nvSpPr>
          <p:cNvPr id="108" name="Freeform 46">
            <a:extLst>
              <a:ext uri="{FF2B5EF4-FFF2-40B4-BE49-F238E27FC236}">
                <a16:creationId xmlns:a16="http://schemas.microsoft.com/office/drawing/2014/main" id="{6601667C-AB53-423A-2D68-7DE06383C3D8}"/>
              </a:ext>
            </a:extLst>
          </p:cNvPr>
          <p:cNvSpPr/>
          <p:nvPr/>
        </p:nvSpPr>
        <p:spPr>
          <a:xfrm>
            <a:off x="3802404" y="456816"/>
            <a:ext cx="2288679" cy="80096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SF Pro Display" panose="00000500000000000000" pitchFamily="50" charset="0"/>
              </a:rPr>
              <a:t>Client / Web browser</a:t>
            </a:r>
          </a:p>
        </p:txBody>
      </p:sp>
      <p:sp>
        <p:nvSpPr>
          <p:cNvPr id="110" name="Freeform 46">
            <a:extLst>
              <a:ext uri="{FF2B5EF4-FFF2-40B4-BE49-F238E27FC236}">
                <a16:creationId xmlns:a16="http://schemas.microsoft.com/office/drawing/2014/main" id="{4D43F8CF-96E3-5030-6DA9-3403A000EA11}"/>
              </a:ext>
            </a:extLst>
          </p:cNvPr>
          <p:cNvSpPr/>
          <p:nvPr/>
        </p:nvSpPr>
        <p:spPr>
          <a:xfrm>
            <a:off x="3878354" y="3667231"/>
            <a:ext cx="2288679" cy="80096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vi-VN" sz="2200" b="1" dirty="0">
                <a:solidFill>
                  <a:schemeClr val="bg1"/>
                </a:solidFill>
                <a:latin typeface="SF Pro Display" panose="00000500000000000000" pitchFamily="50" charset="0"/>
              </a:rPr>
              <a:t>Server / REST APIs</a:t>
            </a:r>
            <a:endParaRPr lang="en-US" sz="2200" b="1" dirty="0">
              <a:solidFill>
                <a:schemeClr val="bg1"/>
              </a:solidFill>
              <a:latin typeface="SF Pro Display" panose="00000500000000000000" pitchFamily="50" charset="0"/>
            </a:endParaRPr>
          </a:p>
        </p:txBody>
      </p:sp>
      <p:sp>
        <p:nvSpPr>
          <p:cNvPr id="111" name="Freeform 46">
            <a:extLst>
              <a:ext uri="{FF2B5EF4-FFF2-40B4-BE49-F238E27FC236}">
                <a16:creationId xmlns:a16="http://schemas.microsoft.com/office/drawing/2014/main" id="{1135E630-8BCD-DB35-64FF-DA3395A4CC17}"/>
              </a:ext>
            </a:extLst>
          </p:cNvPr>
          <p:cNvSpPr/>
          <p:nvPr/>
        </p:nvSpPr>
        <p:spPr>
          <a:xfrm>
            <a:off x="12051749" y="3107851"/>
            <a:ext cx="2288679" cy="808883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External Payment Service</a:t>
            </a:r>
            <a:endParaRPr lang="en-US" sz="2200" b="1" dirty="0">
              <a:solidFill>
                <a:schemeClr val="bg1"/>
              </a:solidFill>
              <a:latin typeface="SF Pro Display" panose="00000500000000000000" pitchFamily="50" charset="0"/>
            </a:endParaRPr>
          </a:p>
        </p:txBody>
      </p:sp>
      <p:sp>
        <p:nvSpPr>
          <p:cNvPr id="112" name="Freeform 46">
            <a:extLst>
              <a:ext uri="{FF2B5EF4-FFF2-40B4-BE49-F238E27FC236}">
                <a16:creationId xmlns:a16="http://schemas.microsoft.com/office/drawing/2014/main" id="{C315A7E9-F3C2-00E9-928B-66826A3E1759}"/>
              </a:ext>
            </a:extLst>
          </p:cNvPr>
          <p:cNvSpPr/>
          <p:nvPr/>
        </p:nvSpPr>
        <p:spPr>
          <a:xfrm>
            <a:off x="4681630" y="7345242"/>
            <a:ext cx="1485403" cy="60960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vi-VN" sz="2200" b="1" dirty="0">
                <a:solidFill>
                  <a:schemeClr val="bg1"/>
                </a:solidFill>
                <a:latin typeface="SF Pro Display" panose="00000500000000000000" pitchFamily="50" charset="0"/>
              </a:rPr>
              <a:t>Database</a:t>
            </a:r>
            <a:endParaRPr lang="en-US" sz="2200" b="1" dirty="0">
              <a:solidFill>
                <a:schemeClr val="bg1"/>
              </a:solidFill>
              <a:latin typeface="SF Pro Display" panose="00000500000000000000" pitchFamily="50" charset="0"/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6FEC5B5-395A-E833-8EF7-A33F8FAD6A36}"/>
              </a:ext>
            </a:extLst>
          </p:cNvPr>
          <p:cNvGrpSpPr/>
          <p:nvPr/>
        </p:nvGrpSpPr>
        <p:grpSpPr>
          <a:xfrm rot="16200000" flipH="1">
            <a:off x="6020835" y="3022125"/>
            <a:ext cx="1368606" cy="641570"/>
            <a:chOff x="8354752" y="7250640"/>
            <a:chExt cx="4659743" cy="870301"/>
          </a:xfrm>
        </p:grpSpPr>
        <p:sp>
          <p:nvSpPr>
            <p:cNvPr id="114" name="Freeform 46">
              <a:extLst>
                <a:ext uri="{FF2B5EF4-FFF2-40B4-BE49-F238E27FC236}">
                  <a16:creationId xmlns:a16="http://schemas.microsoft.com/office/drawing/2014/main" id="{301F13ED-C05C-623C-49D5-77C90E426083}"/>
                </a:ext>
              </a:extLst>
            </p:cNvPr>
            <p:cNvSpPr/>
            <p:nvPr/>
          </p:nvSpPr>
          <p:spPr>
            <a:xfrm>
              <a:off x="8382071" y="7250640"/>
              <a:ext cx="4632424" cy="441652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17" name="Freeform 46">
              <a:extLst>
                <a:ext uri="{FF2B5EF4-FFF2-40B4-BE49-F238E27FC236}">
                  <a16:creationId xmlns:a16="http://schemas.microsoft.com/office/drawing/2014/main" id="{F8225ADD-21C7-A4DB-5974-7E550797AAE6}"/>
                </a:ext>
              </a:extLst>
            </p:cNvPr>
            <p:cNvSpPr/>
            <p:nvPr/>
          </p:nvSpPr>
          <p:spPr>
            <a:xfrm rot="10800000">
              <a:off x="8354752" y="7679288"/>
              <a:ext cx="4632423" cy="441653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122" name="TextBox 63">
            <a:extLst>
              <a:ext uri="{FF2B5EF4-FFF2-40B4-BE49-F238E27FC236}">
                <a16:creationId xmlns:a16="http://schemas.microsoft.com/office/drawing/2014/main" id="{A6FF24D1-EE6A-B3AC-52A4-4363AA879F7F}"/>
              </a:ext>
            </a:extLst>
          </p:cNvPr>
          <p:cNvSpPr txBox="1"/>
          <p:nvPr/>
        </p:nvSpPr>
        <p:spPr>
          <a:xfrm>
            <a:off x="4770895" y="3102267"/>
            <a:ext cx="1743278" cy="356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HTTP req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127" name="Freeform 46">
            <a:extLst>
              <a:ext uri="{FF2B5EF4-FFF2-40B4-BE49-F238E27FC236}">
                <a16:creationId xmlns:a16="http://schemas.microsoft.com/office/drawing/2014/main" id="{BCD4D58B-EE1C-37AB-B039-39050E48FF04}"/>
              </a:ext>
            </a:extLst>
          </p:cNvPr>
          <p:cNvSpPr/>
          <p:nvPr/>
        </p:nvSpPr>
        <p:spPr>
          <a:xfrm rot="1513890">
            <a:off x="8966777" y="1934420"/>
            <a:ext cx="3426685" cy="325579"/>
          </a:xfrm>
          <a:prstGeom prst="rightArrow">
            <a:avLst/>
          </a:prstGeom>
          <a:gradFill flip="none"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2700000" scaled="1"/>
            <a:tileRect/>
          </a:grad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sp>
        <p:nvSpPr>
          <p:cNvPr id="1024" name="Freeform 46">
            <a:extLst>
              <a:ext uri="{FF2B5EF4-FFF2-40B4-BE49-F238E27FC236}">
                <a16:creationId xmlns:a16="http://schemas.microsoft.com/office/drawing/2014/main" id="{82D71DE8-C7F9-71F1-DD92-4AF53E2742A1}"/>
              </a:ext>
            </a:extLst>
          </p:cNvPr>
          <p:cNvSpPr/>
          <p:nvPr/>
        </p:nvSpPr>
        <p:spPr>
          <a:xfrm rot="12313890">
            <a:off x="8719135" y="2223280"/>
            <a:ext cx="3426685" cy="325579"/>
          </a:xfrm>
          <a:prstGeom prst="rightArrow">
            <a:avLst/>
          </a:prstGeom>
          <a:gradFill flip="none"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2700000" scaled="1"/>
            <a:tileRect/>
          </a:grad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sp>
        <p:nvSpPr>
          <p:cNvPr id="1031" name="TextBox 63">
            <a:extLst>
              <a:ext uri="{FF2B5EF4-FFF2-40B4-BE49-F238E27FC236}">
                <a16:creationId xmlns:a16="http://schemas.microsoft.com/office/drawing/2014/main" id="{31FBB3B9-B27B-3B98-B257-EE1208E73EFE}"/>
              </a:ext>
            </a:extLst>
          </p:cNvPr>
          <p:cNvSpPr txBox="1"/>
          <p:nvPr/>
        </p:nvSpPr>
        <p:spPr>
          <a:xfrm>
            <a:off x="9494969" y="5500082"/>
            <a:ext cx="228868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HTTP req/res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71D22753-8AD7-2495-E1D0-742F93A477E3}"/>
              </a:ext>
            </a:extLst>
          </p:cNvPr>
          <p:cNvGrpSpPr/>
          <p:nvPr/>
        </p:nvGrpSpPr>
        <p:grpSpPr>
          <a:xfrm>
            <a:off x="8873924" y="4755198"/>
            <a:ext cx="3431219" cy="641570"/>
            <a:chOff x="8354752" y="7250640"/>
            <a:chExt cx="4659743" cy="870301"/>
          </a:xfrm>
        </p:grpSpPr>
        <p:sp>
          <p:nvSpPr>
            <p:cNvPr id="1041" name="Freeform 46">
              <a:extLst>
                <a:ext uri="{FF2B5EF4-FFF2-40B4-BE49-F238E27FC236}">
                  <a16:creationId xmlns:a16="http://schemas.microsoft.com/office/drawing/2014/main" id="{91BB8CE4-7D41-CFDD-9FEB-6CBF9D33B38F}"/>
                </a:ext>
              </a:extLst>
            </p:cNvPr>
            <p:cNvSpPr/>
            <p:nvPr/>
          </p:nvSpPr>
          <p:spPr>
            <a:xfrm>
              <a:off x="8382072" y="7250640"/>
              <a:ext cx="4632423" cy="441653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042" name="Freeform 46">
              <a:extLst>
                <a:ext uri="{FF2B5EF4-FFF2-40B4-BE49-F238E27FC236}">
                  <a16:creationId xmlns:a16="http://schemas.microsoft.com/office/drawing/2014/main" id="{8D1BF323-85F7-D873-33BD-EF63D80D563B}"/>
                </a:ext>
              </a:extLst>
            </p:cNvPr>
            <p:cNvSpPr/>
            <p:nvPr/>
          </p:nvSpPr>
          <p:spPr>
            <a:xfrm rot="10800000">
              <a:off x="8354752" y="7679288"/>
              <a:ext cx="4632423" cy="441653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1044" name="TextBox 63">
            <a:extLst>
              <a:ext uri="{FF2B5EF4-FFF2-40B4-BE49-F238E27FC236}">
                <a16:creationId xmlns:a16="http://schemas.microsoft.com/office/drawing/2014/main" id="{F4F981A9-003C-A059-C835-CD7FD012DEF6}"/>
              </a:ext>
            </a:extLst>
          </p:cNvPr>
          <p:cNvSpPr txBox="1"/>
          <p:nvPr/>
        </p:nvSpPr>
        <p:spPr>
          <a:xfrm>
            <a:off x="7130646" y="3107851"/>
            <a:ext cx="1743278" cy="356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HTTP res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E447A041-7EC5-3442-39B4-08B94261EA53}"/>
              </a:ext>
            </a:extLst>
          </p:cNvPr>
          <p:cNvGrpSpPr/>
          <p:nvPr/>
        </p:nvGrpSpPr>
        <p:grpSpPr>
          <a:xfrm rot="16200000" flipH="1">
            <a:off x="6142973" y="6470627"/>
            <a:ext cx="1107661" cy="641570"/>
            <a:chOff x="8354752" y="7250640"/>
            <a:chExt cx="4659743" cy="870301"/>
          </a:xfrm>
        </p:grpSpPr>
        <p:sp>
          <p:nvSpPr>
            <p:cNvPr id="1046" name="Freeform 46">
              <a:extLst>
                <a:ext uri="{FF2B5EF4-FFF2-40B4-BE49-F238E27FC236}">
                  <a16:creationId xmlns:a16="http://schemas.microsoft.com/office/drawing/2014/main" id="{D19C693B-83D6-B997-8BBF-BBA16FA239A7}"/>
                </a:ext>
              </a:extLst>
            </p:cNvPr>
            <p:cNvSpPr/>
            <p:nvPr/>
          </p:nvSpPr>
          <p:spPr>
            <a:xfrm>
              <a:off x="8382071" y="7250640"/>
              <a:ext cx="4632424" cy="441652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047" name="Freeform 46">
              <a:extLst>
                <a:ext uri="{FF2B5EF4-FFF2-40B4-BE49-F238E27FC236}">
                  <a16:creationId xmlns:a16="http://schemas.microsoft.com/office/drawing/2014/main" id="{FAC95D3F-885B-75E4-33EB-55B44B303D8E}"/>
                </a:ext>
              </a:extLst>
            </p:cNvPr>
            <p:cNvSpPr/>
            <p:nvPr/>
          </p:nvSpPr>
          <p:spPr>
            <a:xfrm rot="10800000">
              <a:off x="8354752" y="7679288"/>
              <a:ext cx="4632423" cy="441653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1052" name="TextBox 63">
            <a:extLst>
              <a:ext uri="{FF2B5EF4-FFF2-40B4-BE49-F238E27FC236}">
                <a16:creationId xmlns:a16="http://schemas.microsoft.com/office/drawing/2014/main" id="{ACB76952-426F-1FD2-7BEC-7AE029E88B48}"/>
              </a:ext>
            </a:extLst>
          </p:cNvPr>
          <p:cNvSpPr txBox="1"/>
          <p:nvPr/>
        </p:nvSpPr>
        <p:spPr>
          <a:xfrm>
            <a:off x="4518834" y="6594452"/>
            <a:ext cx="206868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ORM Query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1053" name="TextBox 63">
            <a:extLst>
              <a:ext uri="{FF2B5EF4-FFF2-40B4-BE49-F238E27FC236}">
                <a16:creationId xmlns:a16="http://schemas.microsoft.com/office/drawing/2014/main" id="{8B5DDC76-FC78-87C6-77C3-7853F0204779}"/>
              </a:ext>
            </a:extLst>
          </p:cNvPr>
          <p:cNvSpPr txBox="1"/>
          <p:nvPr/>
        </p:nvSpPr>
        <p:spPr>
          <a:xfrm>
            <a:off x="7010551" y="6594452"/>
            <a:ext cx="206868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Data Result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1056" name="TextBox 63">
            <a:extLst>
              <a:ext uri="{FF2B5EF4-FFF2-40B4-BE49-F238E27FC236}">
                <a16:creationId xmlns:a16="http://schemas.microsoft.com/office/drawing/2014/main" id="{339C54C6-7D11-5E9C-F2D9-6AAB31ABFE4A}"/>
              </a:ext>
            </a:extLst>
          </p:cNvPr>
          <p:cNvSpPr txBox="1"/>
          <p:nvPr/>
        </p:nvSpPr>
        <p:spPr>
          <a:xfrm rot="1555179">
            <a:off x="9349880" y="1759288"/>
            <a:ext cx="313403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Payment redirect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1057" name="TextBox 63">
            <a:extLst>
              <a:ext uri="{FF2B5EF4-FFF2-40B4-BE49-F238E27FC236}">
                <a16:creationId xmlns:a16="http://schemas.microsoft.com/office/drawing/2014/main" id="{FF4EA0C4-4143-D5F4-E6B5-CAEFEB87C3B6}"/>
              </a:ext>
            </a:extLst>
          </p:cNvPr>
          <p:cNvSpPr txBox="1"/>
          <p:nvPr/>
        </p:nvSpPr>
        <p:spPr>
          <a:xfrm rot="1528279">
            <a:off x="9095652" y="2528572"/>
            <a:ext cx="258355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Payment result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</p:spTree>
    <p:extLst>
      <p:ext uri="{BB962C8B-B14F-4D97-AF65-F5344CB8AC3E}">
        <p14:creationId xmlns:p14="http://schemas.microsoft.com/office/powerpoint/2010/main" val="998383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FB90-3FE4-388E-4BD8-411A5105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FF2B5EF4-FFF2-40B4-BE49-F238E27FC236}">
                <a16:creationId xmlns:a16="http://schemas.microsoft.com/office/drawing/2014/main" id="{AC24289E-71C9-BF7B-FADC-9B29C7383DC7}"/>
              </a:ext>
            </a:extLst>
          </p:cNvPr>
          <p:cNvGrpSpPr/>
          <p:nvPr/>
        </p:nvGrpSpPr>
        <p:grpSpPr>
          <a:xfrm rot="8284381">
            <a:off x="-3929977" y="2744438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F6A2983-F888-BF4A-25A6-2E3C629CE07B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D3DF745D-F262-1CBC-27D1-2D04E2778A0A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1878CA44-E5D7-D845-CD85-5BEC98E33CEC}"/>
              </a:ext>
            </a:extLst>
          </p:cNvPr>
          <p:cNvGrpSpPr/>
          <p:nvPr/>
        </p:nvGrpSpPr>
        <p:grpSpPr>
          <a:xfrm rot="-2532475">
            <a:off x="-3196624" y="-1728573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0063844A-F4DB-28E8-F3E1-EF41C2052016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3E2A2D97-6007-D3A8-A2A6-03E1657D5678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CB37EAC6-2320-CEBB-BB3E-FDD3865D2C9F}"/>
              </a:ext>
            </a:extLst>
          </p:cNvPr>
          <p:cNvGrpSpPr/>
          <p:nvPr/>
        </p:nvGrpSpPr>
        <p:grpSpPr>
          <a:xfrm rot="-2700000">
            <a:off x="540788" y="3267361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B4326D5C-5F8D-8105-C363-C77B3C8184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FE1F530F-68B5-B92D-02C1-EF182200B4C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376B5673-80C7-52D5-67DF-87ACF790DEC8}"/>
              </a:ext>
            </a:extLst>
          </p:cNvPr>
          <p:cNvGrpSpPr/>
          <p:nvPr/>
        </p:nvGrpSpPr>
        <p:grpSpPr>
          <a:xfrm rot="-2700000">
            <a:off x="753408" y="3054741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6A6220A7-449B-BA6B-C613-70CFF0A369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7DE88A1B-5B55-4C2E-B8AF-34BD2661D0E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68D14241-B5B8-F4BD-2F77-34B6810423E4}"/>
              </a:ext>
            </a:extLst>
          </p:cNvPr>
          <p:cNvGrpSpPr/>
          <p:nvPr/>
        </p:nvGrpSpPr>
        <p:grpSpPr>
          <a:xfrm rot="-2700000">
            <a:off x="966028" y="2842121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14DB2C83-F7A1-F20E-24F8-B555AC20B4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7F9FCE27-6B8E-3F00-FFCD-2D267357AAF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4A23D570-85E9-7767-AA1E-97DF249F75AC}"/>
              </a:ext>
            </a:extLst>
          </p:cNvPr>
          <p:cNvGrpSpPr/>
          <p:nvPr/>
        </p:nvGrpSpPr>
        <p:grpSpPr>
          <a:xfrm rot="-2532475">
            <a:off x="-625961" y="2104201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A9AEE672-6456-C4B8-5BC3-926ACFA9AF62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450EEF9A-A858-4128-EE4E-5CA679741A67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5E5052E8-E549-4293-1031-9630A4E7DD6F}"/>
              </a:ext>
            </a:extLst>
          </p:cNvPr>
          <p:cNvGrpSpPr/>
          <p:nvPr/>
        </p:nvGrpSpPr>
        <p:grpSpPr>
          <a:xfrm rot="-2515618">
            <a:off x="15804450" y="6658129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3C1A3199-E169-5AE3-EC3D-57810C4DD637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D022F0C1-B62A-3A00-CF82-7A1567E3D995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53866E86-008E-A90E-6B4E-C50CD8A4FDB9}"/>
              </a:ext>
            </a:extLst>
          </p:cNvPr>
          <p:cNvGrpSpPr/>
          <p:nvPr/>
        </p:nvGrpSpPr>
        <p:grpSpPr>
          <a:xfrm rot="8267524">
            <a:off x="12172223" y="10114529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37DFE4F7-C2F8-A57D-F357-0C0476032A63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962CCA74-B8C3-2583-2EA7-EF194153763F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C292CC4F-5708-3453-FBA9-1453DF6A7B26}"/>
              </a:ext>
            </a:extLst>
          </p:cNvPr>
          <p:cNvGrpSpPr/>
          <p:nvPr/>
        </p:nvGrpSpPr>
        <p:grpSpPr>
          <a:xfrm rot="8100000">
            <a:off x="17558506" y="7722728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D8242A76-5EE4-93F4-CF07-91C2086A4B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961A9876-0C1F-8C63-758D-A87AE5B1D85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1436188A-F432-5373-FAE0-E2A2CD171DAC}"/>
              </a:ext>
            </a:extLst>
          </p:cNvPr>
          <p:cNvGrpSpPr/>
          <p:nvPr/>
        </p:nvGrpSpPr>
        <p:grpSpPr>
          <a:xfrm rot="8100000">
            <a:off x="17396059" y="7885174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A4666977-100A-513D-64B3-7AF6540232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7A16C14E-85E0-2AE2-FD66-43E610A638F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C91031E0-7C67-3482-0360-041A8A968D8B}"/>
              </a:ext>
            </a:extLst>
          </p:cNvPr>
          <p:cNvGrpSpPr/>
          <p:nvPr/>
        </p:nvGrpSpPr>
        <p:grpSpPr>
          <a:xfrm rot="8100000">
            <a:off x="17233613" y="8047620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55BA0E1E-B753-5A3C-7AE7-A8F4D8CDBF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1969540A-D91B-6CB6-A2EE-102119B5154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38D01F5A-730E-B2E1-11AA-24FB993A7F5D}"/>
              </a:ext>
            </a:extLst>
          </p:cNvPr>
          <p:cNvGrpSpPr/>
          <p:nvPr/>
        </p:nvGrpSpPr>
        <p:grpSpPr>
          <a:xfrm rot="8267524">
            <a:off x="16733161" y="8324592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D1A3735B-7962-3542-944D-2F0A195A3886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94C4D26C-EBF4-90CF-B614-649BD9EC9BCD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8EEAEC16-A932-3CC1-4E08-03578C6A3E86}"/>
              </a:ext>
            </a:extLst>
          </p:cNvPr>
          <p:cNvGrpSpPr/>
          <p:nvPr/>
        </p:nvGrpSpPr>
        <p:grpSpPr>
          <a:xfrm rot="-5400000">
            <a:off x="807186" y="9020286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13840C79-2368-CFFE-0DE2-E7C0BAB60D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718064C5-DEBA-82E0-3503-46B7933A519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AAEBEF42-ED23-43E9-C597-BC6DCC74F7E5}"/>
              </a:ext>
            </a:extLst>
          </p:cNvPr>
          <p:cNvGrpSpPr/>
          <p:nvPr/>
        </p:nvGrpSpPr>
        <p:grpSpPr>
          <a:xfrm rot="-5400000">
            <a:off x="807186" y="8648194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50D4343F-4F9C-43E5-CDF6-25A3546E4F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A5C23799-D424-FA90-F5AC-16226003C84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DB5ACABE-9CC0-ED85-C959-02077BAF8440}"/>
              </a:ext>
            </a:extLst>
          </p:cNvPr>
          <p:cNvGrpSpPr/>
          <p:nvPr/>
        </p:nvGrpSpPr>
        <p:grpSpPr>
          <a:xfrm rot="-5400000">
            <a:off x="807186" y="8276101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6C4B4C84-0D96-9209-6D30-2A81A3B917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7C88EC0C-E0EB-C126-E82C-FE591F0B58D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4FD04235-CA28-3932-4B91-A5C861B016B4}"/>
              </a:ext>
            </a:extLst>
          </p:cNvPr>
          <p:cNvGrpSpPr/>
          <p:nvPr/>
        </p:nvGrpSpPr>
        <p:grpSpPr>
          <a:xfrm rot="-5400000">
            <a:off x="170212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41800DF1-4CD3-A766-12A8-219420328F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FB8170BF-63CD-3DCE-2CE7-ABDE8A110ED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344644FF-699B-0C47-7F37-41AC24813DA3}"/>
              </a:ext>
            </a:extLst>
          </p:cNvPr>
          <p:cNvGrpSpPr/>
          <p:nvPr/>
        </p:nvGrpSpPr>
        <p:grpSpPr>
          <a:xfrm rot="-5400000">
            <a:off x="170212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1A414583-CD22-0ACD-7B42-B4926950525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88DDFA34-A42F-9122-2059-51104BB9627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4B92351B-E67B-2DE2-7DA6-5F7CA44DC023}"/>
              </a:ext>
            </a:extLst>
          </p:cNvPr>
          <p:cNvGrpSpPr/>
          <p:nvPr/>
        </p:nvGrpSpPr>
        <p:grpSpPr>
          <a:xfrm rot="-5400000">
            <a:off x="170212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8900B2B0-EDDD-BC73-2F73-C30C7C2DA1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2D7DF9DF-53A4-2B59-63AB-8F48A21ECD0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pic>
        <p:nvPicPr>
          <p:cNvPr id="5" name="Picture 4" descr="A diagram with black lines and white text&#10;&#10;Description automatically generated with medium confidence">
            <a:extLst>
              <a:ext uri="{FF2B5EF4-FFF2-40B4-BE49-F238E27FC236}">
                <a16:creationId xmlns:a16="http://schemas.microsoft.com/office/drawing/2014/main" id="{4DDD1758-0ECA-4B39-C7E7-7D2307FFE1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925" y="424854"/>
            <a:ext cx="11658017" cy="9326414"/>
          </a:xfrm>
          <a:prstGeom prst="rect">
            <a:avLst/>
          </a:prstGeom>
        </p:spPr>
      </p:pic>
      <p:sp>
        <p:nvSpPr>
          <p:cNvPr id="2" name="Cylinder 1">
            <a:extLst>
              <a:ext uri="{FF2B5EF4-FFF2-40B4-BE49-F238E27FC236}">
                <a16:creationId xmlns:a16="http://schemas.microsoft.com/office/drawing/2014/main" id="{01B47F0D-CE0B-1006-9C8B-AFEB17C31972}"/>
              </a:ext>
            </a:extLst>
          </p:cNvPr>
          <p:cNvSpPr/>
          <p:nvPr/>
        </p:nvSpPr>
        <p:spPr>
          <a:xfrm>
            <a:off x="5798286" y="12144210"/>
            <a:ext cx="1797034" cy="2448090"/>
          </a:xfrm>
          <a:prstGeom prst="can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dolphin with yellow text&#10;&#10;Description automatically generated">
            <a:extLst>
              <a:ext uri="{FF2B5EF4-FFF2-40B4-BE49-F238E27FC236}">
                <a16:creationId xmlns:a16="http://schemas.microsoft.com/office/drawing/2014/main" id="{4013AB3A-0BB9-3683-4516-8AB23C8464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704" y="12796560"/>
            <a:ext cx="1487396" cy="1487396"/>
          </a:xfrm>
          <a:prstGeom prst="rect">
            <a:avLst/>
          </a:prstGeom>
        </p:spPr>
      </p:pic>
      <p:sp>
        <p:nvSpPr>
          <p:cNvPr id="4" name="Freeform 46">
            <a:extLst>
              <a:ext uri="{FF2B5EF4-FFF2-40B4-BE49-F238E27FC236}">
                <a16:creationId xmlns:a16="http://schemas.microsoft.com/office/drawing/2014/main" id="{331DEE27-DF07-FB6F-124E-8225B30FEFDD}"/>
              </a:ext>
            </a:extLst>
          </p:cNvPr>
          <p:cNvSpPr/>
          <p:nvPr/>
        </p:nvSpPr>
        <p:spPr>
          <a:xfrm>
            <a:off x="4681630" y="12038379"/>
            <a:ext cx="1485403" cy="60960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vi-VN" sz="2200" b="1" dirty="0">
                <a:solidFill>
                  <a:schemeClr val="bg1"/>
                </a:solidFill>
                <a:latin typeface="SF Pro Display" panose="00000500000000000000" pitchFamily="50" charset="0"/>
              </a:rPr>
              <a:t>Database</a:t>
            </a:r>
            <a:endParaRPr lang="en-US" sz="2200" b="1" dirty="0">
              <a:solidFill>
                <a:schemeClr val="bg1"/>
              </a:solidFill>
              <a:latin typeface="SF Pro Display" panose="00000500000000000000" pitchFamily="50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C452C9-FD4E-69B9-307E-76115D13D6E5}"/>
              </a:ext>
            </a:extLst>
          </p:cNvPr>
          <p:cNvGrpSpPr/>
          <p:nvPr/>
        </p:nvGrpSpPr>
        <p:grpSpPr>
          <a:xfrm rot="16200000" flipH="1">
            <a:off x="6142973" y="11163764"/>
            <a:ext cx="1107661" cy="641570"/>
            <a:chOff x="8354752" y="7250640"/>
            <a:chExt cx="4659743" cy="870301"/>
          </a:xfrm>
        </p:grpSpPr>
        <p:sp>
          <p:nvSpPr>
            <p:cNvPr id="7" name="Freeform 46">
              <a:extLst>
                <a:ext uri="{FF2B5EF4-FFF2-40B4-BE49-F238E27FC236}">
                  <a16:creationId xmlns:a16="http://schemas.microsoft.com/office/drawing/2014/main" id="{FB0BB532-C5E5-13A1-3C88-041BA4F5F8A9}"/>
                </a:ext>
              </a:extLst>
            </p:cNvPr>
            <p:cNvSpPr/>
            <p:nvPr/>
          </p:nvSpPr>
          <p:spPr>
            <a:xfrm>
              <a:off x="8382071" y="7250640"/>
              <a:ext cx="4632424" cy="441652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" name="Freeform 46">
              <a:extLst>
                <a:ext uri="{FF2B5EF4-FFF2-40B4-BE49-F238E27FC236}">
                  <a16:creationId xmlns:a16="http://schemas.microsoft.com/office/drawing/2014/main" id="{C56A8981-4599-97CB-9577-17C063090E25}"/>
                </a:ext>
              </a:extLst>
            </p:cNvPr>
            <p:cNvSpPr/>
            <p:nvPr/>
          </p:nvSpPr>
          <p:spPr>
            <a:xfrm rot="10800000">
              <a:off x="8354752" y="7679288"/>
              <a:ext cx="4632423" cy="441653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9" name="TextBox 63">
            <a:extLst>
              <a:ext uri="{FF2B5EF4-FFF2-40B4-BE49-F238E27FC236}">
                <a16:creationId xmlns:a16="http://schemas.microsoft.com/office/drawing/2014/main" id="{4ABCC796-CBF0-3AC7-B088-BBC777079B96}"/>
              </a:ext>
            </a:extLst>
          </p:cNvPr>
          <p:cNvSpPr txBox="1"/>
          <p:nvPr/>
        </p:nvSpPr>
        <p:spPr>
          <a:xfrm>
            <a:off x="4518834" y="11287589"/>
            <a:ext cx="206868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ORM Query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10" name="TextBox 63">
            <a:extLst>
              <a:ext uri="{FF2B5EF4-FFF2-40B4-BE49-F238E27FC236}">
                <a16:creationId xmlns:a16="http://schemas.microsoft.com/office/drawing/2014/main" id="{ADA2275B-F52A-6ED4-541A-CFDBA9906787}"/>
              </a:ext>
            </a:extLst>
          </p:cNvPr>
          <p:cNvSpPr txBox="1"/>
          <p:nvPr/>
        </p:nvSpPr>
        <p:spPr>
          <a:xfrm>
            <a:off x="7010551" y="11287589"/>
            <a:ext cx="206868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Data Result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40DF73-F199-853A-0074-C2697E394975}"/>
              </a:ext>
            </a:extLst>
          </p:cNvPr>
          <p:cNvSpPr/>
          <p:nvPr/>
        </p:nvSpPr>
        <p:spPr>
          <a:xfrm>
            <a:off x="4647633" y="-3362086"/>
            <a:ext cx="3913238" cy="1589518"/>
          </a:xfrm>
          <a:prstGeom prst="roundRect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ue and black logo&#10;&#10;Description automatically generated">
            <a:extLst>
              <a:ext uri="{FF2B5EF4-FFF2-40B4-BE49-F238E27FC236}">
                <a16:creationId xmlns:a16="http://schemas.microsoft.com/office/drawing/2014/main" id="{8D91047C-88EF-A557-96DF-25ABF3108F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565" y="-2990341"/>
            <a:ext cx="2860095" cy="960420"/>
          </a:xfrm>
          <a:prstGeom prst="rect">
            <a:avLst/>
          </a:prstGeom>
        </p:spPr>
      </p:pic>
      <p:sp>
        <p:nvSpPr>
          <p:cNvPr id="13" name="Freeform 46">
            <a:extLst>
              <a:ext uri="{FF2B5EF4-FFF2-40B4-BE49-F238E27FC236}">
                <a16:creationId xmlns:a16="http://schemas.microsoft.com/office/drawing/2014/main" id="{E73B0DB6-71A9-20FD-B91E-FF90FC492565}"/>
              </a:ext>
            </a:extLst>
          </p:cNvPr>
          <p:cNvSpPr/>
          <p:nvPr/>
        </p:nvSpPr>
        <p:spPr>
          <a:xfrm>
            <a:off x="3802404" y="-3848100"/>
            <a:ext cx="2288679" cy="80096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SF Pro Display" panose="00000500000000000000" pitchFamily="50" charset="0"/>
              </a:rPr>
              <a:t>Client / Web browser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631B61-A51B-768A-F6D5-39341DE86467}"/>
              </a:ext>
            </a:extLst>
          </p:cNvPr>
          <p:cNvGrpSpPr/>
          <p:nvPr/>
        </p:nvGrpSpPr>
        <p:grpSpPr>
          <a:xfrm rot="16200000" flipH="1">
            <a:off x="6020835" y="-1282791"/>
            <a:ext cx="1368606" cy="641570"/>
            <a:chOff x="8354752" y="7250640"/>
            <a:chExt cx="4659743" cy="870301"/>
          </a:xfrm>
        </p:grpSpPr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DE458868-3B36-4BAF-A65D-09183D802A0D}"/>
                </a:ext>
              </a:extLst>
            </p:cNvPr>
            <p:cNvSpPr/>
            <p:nvPr/>
          </p:nvSpPr>
          <p:spPr>
            <a:xfrm>
              <a:off x="8382071" y="7250640"/>
              <a:ext cx="4632424" cy="441652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993F301E-935A-07B5-ED30-29BED9816B70}"/>
                </a:ext>
              </a:extLst>
            </p:cNvPr>
            <p:cNvSpPr/>
            <p:nvPr/>
          </p:nvSpPr>
          <p:spPr>
            <a:xfrm rot="10800000">
              <a:off x="8354752" y="7679288"/>
              <a:ext cx="4632423" cy="441653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17" name="TextBox 63">
            <a:extLst>
              <a:ext uri="{FF2B5EF4-FFF2-40B4-BE49-F238E27FC236}">
                <a16:creationId xmlns:a16="http://schemas.microsoft.com/office/drawing/2014/main" id="{892EB1D3-E7DB-6CDB-E2E7-6B8094BA0F45}"/>
              </a:ext>
            </a:extLst>
          </p:cNvPr>
          <p:cNvSpPr txBox="1"/>
          <p:nvPr/>
        </p:nvSpPr>
        <p:spPr>
          <a:xfrm>
            <a:off x="4770895" y="-1202649"/>
            <a:ext cx="1743278" cy="356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HTTP req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18" name="TextBox 63">
            <a:extLst>
              <a:ext uri="{FF2B5EF4-FFF2-40B4-BE49-F238E27FC236}">
                <a16:creationId xmlns:a16="http://schemas.microsoft.com/office/drawing/2014/main" id="{ACC8A666-8D95-3C7D-3C29-5EC4BD6EEF20}"/>
              </a:ext>
            </a:extLst>
          </p:cNvPr>
          <p:cNvSpPr txBox="1"/>
          <p:nvPr/>
        </p:nvSpPr>
        <p:spPr>
          <a:xfrm>
            <a:off x="7130646" y="-1197065"/>
            <a:ext cx="1743278" cy="356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HTTP res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48FCA0A-404C-E916-FEBB-550AF23FDFEF}"/>
              </a:ext>
            </a:extLst>
          </p:cNvPr>
          <p:cNvSpPr/>
          <p:nvPr/>
        </p:nvSpPr>
        <p:spPr>
          <a:xfrm>
            <a:off x="-4336121" y="4207861"/>
            <a:ext cx="3913238" cy="1849367"/>
          </a:xfrm>
          <a:prstGeom prst="roundRect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green and black logo&#10;&#10;Description automatically generated">
            <a:extLst>
              <a:ext uri="{FF2B5EF4-FFF2-40B4-BE49-F238E27FC236}">
                <a16:creationId xmlns:a16="http://schemas.microsoft.com/office/drawing/2014/main" id="{420595D5-D73C-B489-018A-D777E840F8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41891" y="4490754"/>
            <a:ext cx="3124777" cy="1191154"/>
          </a:xfrm>
          <a:prstGeom prst="rect">
            <a:avLst/>
          </a:prstGeom>
        </p:spPr>
      </p:pic>
      <p:sp>
        <p:nvSpPr>
          <p:cNvPr id="21" name="Freeform 46">
            <a:extLst>
              <a:ext uri="{FF2B5EF4-FFF2-40B4-BE49-F238E27FC236}">
                <a16:creationId xmlns:a16="http://schemas.microsoft.com/office/drawing/2014/main" id="{F8761590-161D-F1EE-F15D-C89E3428C61B}"/>
              </a:ext>
            </a:extLst>
          </p:cNvPr>
          <p:cNvSpPr/>
          <p:nvPr/>
        </p:nvSpPr>
        <p:spPr>
          <a:xfrm>
            <a:off x="-5105400" y="3667231"/>
            <a:ext cx="2288679" cy="80096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vi-VN" sz="2200" b="1" dirty="0">
                <a:solidFill>
                  <a:schemeClr val="bg1"/>
                </a:solidFill>
                <a:latin typeface="SF Pro Display" panose="00000500000000000000" pitchFamily="50" charset="0"/>
              </a:rPr>
              <a:t>Server / REST APIs</a:t>
            </a:r>
            <a:endParaRPr lang="en-US" sz="2200" b="1" dirty="0">
              <a:solidFill>
                <a:schemeClr val="bg1"/>
              </a:solidFill>
              <a:latin typeface="SF Pro Display" panose="00000500000000000000" pitchFamily="50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9E460A6-1A57-AA8A-7F10-97A966895A11}"/>
              </a:ext>
            </a:extLst>
          </p:cNvPr>
          <p:cNvSpPr/>
          <p:nvPr/>
        </p:nvSpPr>
        <p:spPr>
          <a:xfrm>
            <a:off x="22503412" y="3611934"/>
            <a:ext cx="3175988" cy="3075784"/>
          </a:xfrm>
          <a:prstGeom prst="roundRect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 descr="A purple square with white text&#10;&#10;Description automatically generated">
            <a:extLst>
              <a:ext uri="{FF2B5EF4-FFF2-40B4-BE49-F238E27FC236}">
                <a16:creationId xmlns:a16="http://schemas.microsoft.com/office/drawing/2014/main" id="{F806B487-845F-CE6A-16D2-67C2B79692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3939" y="3990975"/>
            <a:ext cx="2305050" cy="2305050"/>
          </a:xfrm>
          <a:prstGeom prst="rect">
            <a:avLst/>
          </a:prstGeom>
        </p:spPr>
      </p:pic>
      <p:sp>
        <p:nvSpPr>
          <p:cNvPr id="24" name="Freeform 46">
            <a:extLst>
              <a:ext uri="{FF2B5EF4-FFF2-40B4-BE49-F238E27FC236}">
                <a16:creationId xmlns:a16="http://schemas.microsoft.com/office/drawing/2014/main" id="{6088B357-5281-3291-F95E-FB3565FFF8AC}"/>
              </a:ext>
            </a:extLst>
          </p:cNvPr>
          <p:cNvSpPr/>
          <p:nvPr/>
        </p:nvSpPr>
        <p:spPr>
          <a:xfrm>
            <a:off x="21867936" y="3107851"/>
            <a:ext cx="2288679" cy="808883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External Payment Service</a:t>
            </a:r>
            <a:endParaRPr lang="en-US" sz="2200" b="1" dirty="0">
              <a:solidFill>
                <a:schemeClr val="bg1"/>
              </a:solidFill>
              <a:latin typeface="SF Pro Display" panose="00000500000000000000" pitchFamily="50" charset="0"/>
            </a:endParaRPr>
          </a:p>
        </p:txBody>
      </p:sp>
      <p:sp>
        <p:nvSpPr>
          <p:cNvPr id="25" name="Freeform 46">
            <a:extLst>
              <a:ext uri="{FF2B5EF4-FFF2-40B4-BE49-F238E27FC236}">
                <a16:creationId xmlns:a16="http://schemas.microsoft.com/office/drawing/2014/main" id="{A9F37ECA-9D85-659A-8433-8E350B7C7988}"/>
              </a:ext>
            </a:extLst>
          </p:cNvPr>
          <p:cNvSpPr/>
          <p:nvPr/>
        </p:nvSpPr>
        <p:spPr>
          <a:xfrm rot="1513890">
            <a:off x="18782964" y="1934420"/>
            <a:ext cx="3426685" cy="325579"/>
          </a:xfrm>
          <a:prstGeom prst="rightArrow">
            <a:avLst/>
          </a:prstGeom>
          <a:gradFill flip="none"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2700000" scaled="1"/>
            <a:tileRect/>
          </a:grad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sp>
        <p:nvSpPr>
          <p:cNvPr id="26" name="Freeform 46">
            <a:extLst>
              <a:ext uri="{FF2B5EF4-FFF2-40B4-BE49-F238E27FC236}">
                <a16:creationId xmlns:a16="http://schemas.microsoft.com/office/drawing/2014/main" id="{0CA41441-9B45-DAFC-FF72-B07147928391}"/>
              </a:ext>
            </a:extLst>
          </p:cNvPr>
          <p:cNvSpPr/>
          <p:nvPr/>
        </p:nvSpPr>
        <p:spPr>
          <a:xfrm rot="12313890">
            <a:off x="18535322" y="2223280"/>
            <a:ext cx="3426685" cy="325579"/>
          </a:xfrm>
          <a:prstGeom prst="rightArrow">
            <a:avLst/>
          </a:prstGeom>
          <a:gradFill flip="none"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2700000" scaled="1"/>
            <a:tileRect/>
          </a:grad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sp>
        <p:nvSpPr>
          <p:cNvPr id="27" name="TextBox 63">
            <a:extLst>
              <a:ext uri="{FF2B5EF4-FFF2-40B4-BE49-F238E27FC236}">
                <a16:creationId xmlns:a16="http://schemas.microsoft.com/office/drawing/2014/main" id="{8088F525-FA2F-4D9F-E110-7710393FAD96}"/>
              </a:ext>
            </a:extLst>
          </p:cNvPr>
          <p:cNvSpPr txBox="1"/>
          <p:nvPr/>
        </p:nvSpPr>
        <p:spPr>
          <a:xfrm>
            <a:off x="19311156" y="5500082"/>
            <a:ext cx="228868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HTTP req/res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C311B7-40D7-D0DB-4783-1291DF0AF189}"/>
              </a:ext>
            </a:extLst>
          </p:cNvPr>
          <p:cNvGrpSpPr/>
          <p:nvPr/>
        </p:nvGrpSpPr>
        <p:grpSpPr>
          <a:xfrm>
            <a:off x="18690111" y="4755198"/>
            <a:ext cx="3431219" cy="641570"/>
            <a:chOff x="8354752" y="7250640"/>
            <a:chExt cx="4659743" cy="870301"/>
          </a:xfrm>
        </p:grpSpPr>
        <p:sp>
          <p:nvSpPr>
            <p:cNvPr id="29" name="Freeform 46">
              <a:extLst>
                <a:ext uri="{FF2B5EF4-FFF2-40B4-BE49-F238E27FC236}">
                  <a16:creationId xmlns:a16="http://schemas.microsoft.com/office/drawing/2014/main" id="{FA98BB7D-DFF9-974B-4B5B-159989161A6B}"/>
                </a:ext>
              </a:extLst>
            </p:cNvPr>
            <p:cNvSpPr/>
            <p:nvPr/>
          </p:nvSpPr>
          <p:spPr>
            <a:xfrm>
              <a:off x="8382072" y="7250640"/>
              <a:ext cx="4632423" cy="441653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0" name="Freeform 46">
              <a:extLst>
                <a:ext uri="{FF2B5EF4-FFF2-40B4-BE49-F238E27FC236}">
                  <a16:creationId xmlns:a16="http://schemas.microsoft.com/office/drawing/2014/main" id="{6542D55F-60C0-2BB9-FD10-13CAA52DAD77}"/>
                </a:ext>
              </a:extLst>
            </p:cNvPr>
            <p:cNvSpPr/>
            <p:nvPr/>
          </p:nvSpPr>
          <p:spPr>
            <a:xfrm rot="10800000">
              <a:off x="8354752" y="7679288"/>
              <a:ext cx="4632423" cy="441653"/>
            </a:xfrm>
            <a:prstGeom prst="rightArrow">
              <a:avLst/>
            </a:pr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31" name="TextBox 63">
            <a:extLst>
              <a:ext uri="{FF2B5EF4-FFF2-40B4-BE49-F238E27FC236}">
                <a16:creationId xmlns:a16="http://schemas.microsoft.com/office/drawing/2014/main" id="{66623CCD-A9A0-2A27-0327-815790E6E14A}"/>
              </a:ext>
            </a:extLst>
          </p:cNvPr>
          <p:cNvSpPr txBox="1"/>
          <p:nvPr/>
        </p:nvSpPr>
        <p:spPr>
          <a:xfrm rot="1555179">
            <a:off x="19166067" y="1759288"/>
            <a:ext cx="313403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Payment redirect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32" name="TextBox 63">
            <a:extLst>
              <a:ext uri="{FF2B5EF4-FFF2-40B4-BE49-F238E27FC236}">
                <a16:creationId xmlns:a16="http://schemas.microsoft.com/office/drawing/2014/main" id="{88A066EA-DDB6-2DE6-A0F2-4D3F415EB1DD}"/>
              </a:ext>
            </a:extLst>
          </p:cNvPr>
          <p:cNvSpPr txBox="1"/>
          <p:nvPr/>
        </p:nvSpPr>
        <p:spPr>
          <a:xfrm rot="1528279">
            <a:off x="18911839" y="2528572"/>
            <a:ext cx="258355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Payment result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</p:spTree>
    <p:extLst>
      <p:ext uri="{BB962C8B-B14F-4D97-AF65-F5344CB8AC3E}">
        <p14:creationId xmlns:p14="http://schemas.microsoft.com/office/powerpoint/2010/main" val="1452843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FB90-3FE4-388E-4BD8-411A5105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FF2B5EF4-FFF2-40B4-BE49-F238E27FC236}">
                <a16:creationId xmlns:a16="http://schemas.microsoft.com/office/drawing/2014/main" id="{AC24289E-71C9-BF7B-FADC-9B29C7383DC7}"/>
              </a:ext>
            </a:extLst>
          </p:cNvPr>
          <p:cNvGrpSpPr/>
          <p:nvPr/>
        </p:nvGrpSpPr>
        <p:grpSpPr>
          <a:xfrm rot="8284381">
            <a:off x="-5672661" y="1226931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F6A2983-F888-BF4A-25A6-2E3C629CE07B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D3DF745D-F262-1CBC-27D1-2D04E2778A0A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1878CA44-E5D7-D845-CD85-5BEC98E33CEC}"/>
              </a:ext>
            </a:extLst>
          </p:cNvPr>
          <p:cNvGrpSpPr/>
          <p:nvPr/>
        </p:nvGrpSpPr>
        <p:grpSpPr>
          <a:xfrm rot="-2532475">
            <a:off x="-4939308" y="-3246080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0063844A-F4DB-28E8-F3E1-EF41C2052016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3E2A2D97-6007-D3A8-A2A6-03E1657D5678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CB37EAC6-2320-CEBB-BB3E-FDD3865D2C9F}"/>
              </a:ext>
            </a:extLst>
          </p:cNvPr>
          <p:cNvGrpSpPr/>
          <p:nvPr/>
        </p:nvGrpSpPr>
        <p:grpSpPr>
          <a:xfrm rot="-2700000">
            <a:off x="-1201896" y="1749854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B4326D5C-5F8D-8105-C363-C77B3C8184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FE1F530F-68B5-B92D-02C1-EF182200B4C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376B5673-80C7-52D5-67DF-87ACF790DEC8}"/>
              </a:ext>
            </a:extLst>
          </p:cNvPr>
          <p:cNvGrpSpPr/>
          <p:nvPr/>
        </p:nvGrpSpPr>
        <p:grpSpPr>
          <a:xfrm rot="-2700000">
            <a:off x="-989276" y="1537234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6A6220A7-449B-BA6B-C613-70CFF0A369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7DE88A1B-5B55-4C2E-B8AF-34BD2661D0E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68D14241-B5B8-F4BD-2F77-34B6810423E4}"/>
              </a:ext>
            </a:extLst>
          </p:cNvPr>
          <p:cNvGrpSpPr/>
          <p:nvPr/>
        </p:nvGrpSpPr>
        <p:grpSpPr>
          <a:xfrm rot="-2700000">
            <a:off x="-776656" y="1324614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14DB2C83-F7A1-F20E-24F8-B555AC20B4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7F9FCE27-6B8E-3F00-FFCD-2D267357AAF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4A23D570-85E9-7767-AA1E-97DF249F75AC}"/>
              </a:ext>
            </a:extLst>
          </p:cNvPr>
          <p:cNvGrpSpPr/>
          <p:nvPr/>
        </p:nvGrpSpPr>
        <p:grpSpPr>
          <a:xfrm rot="-2532475">
            <a:off x="-2368645" y="586694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A9AEE672-6456-C4B8-5BC3-926ACFA9AF62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450EEF9A-A858-4128-EE4E-5CA679741A67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5E5052E8-E549-4293-1031-9630A4E7DD6F}"/>
              </a:ext>
            </a:extLst>
          </p:cNvPr>
          <p:cNvGrpSpPr/>
          <p:nvPr/>
        </p:nvGrpSpPr>
        <p:grpSpPr>
          <a:xfrm rot="-2515618">
            <a:off x="16999737" y="7787904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3C1A3199-E169-5AE3-EC3D-57810C4DD637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D022F0C1-B62A-3A00-CF82-7A1567E3D995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53866E86-008E-A90E-6B4E-C50CD8A4FDB9}"/>
              </a:ext>
            </a:extLst>
          </p:cNvPr>
          <p:cNvGrpSpPr/>
          <p:nvPr/>
        </p:nvGrpSpPr>
        <p:grpSpPr>
          <a:xfrm rot="8267524">
            <a:off x="13367510" y="11244304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37DFE4F7-C2F8-A57D-F357-0C0476032A63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962CCA74-B8C3-2583-2EA7-EF194153763F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C292CC4F-5708-3453-FBA9-1453DF6A7B26}"/>
              </a:ext>
            </a:extLst>
          </p:cNvPr>
          <p:cNvGrpSpPr/>
          <p:nvPr/>
        </p:nvGrpSpPr>
        <p:grpSpPr>
          <a:xfrm rot="8100000">
            <a:off x="18753793" y="8852503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D8242A76-5EE4-93F4-CF07-91C2086A4B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961A9876-0C1F-8C63-758D-A87AE5B1D85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1436188A-F432-5373-FAE0-E2A2CD171DAC}"/>
              </a:ext>
            </a:extLst>
          </p:cNvPr>
          <p:cNvGrpSpPr/>
          <p:nvPr/>
        </p:nvGrpSpPr>
        <p:grpSpPr>
          <a:xfrm rot="8100000">
            <a:off x="18591346" y="9014949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A4666977-100A-513D-64B3-7AF6540232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7A16C14E-85E0-2AE2-FD66-43E610A638F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C91031E0-7C67-3482-0360-041A8A968D8B}"/>
              </a:ext>
            </a:extLst>
          </p:cNvPr>
          <p:cNvGrpSpPr/>
          <p:nvPr/>
        </p:nvGrpSpPr>
        <p:grpSpPr>
          <a:xfrm rot="8100000">
            <a:off x="18428900" y="9177395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55BA0E1E-B753-5A3C-7AE7-A8F4D8CDBF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1969540A-D91B-6CB6-A2EE-102119B5154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38D01F5A-730E-B2E1-11AA-24FB993A7F5D}"/>
              </a:ext>
            </a:extLst>
          </p:cNvPr>
          <p:cNvGrpSpPr/>
          <p:nvPr/>
        </p:nvGrpSpPr>
        <p:grpSpPr>
          <a:xfrm rot="8267524">
            <a:off x="17928448" y="9454367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D1A3735B-7962-3542-944D-2F0A195A3886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94C4D26C-EBF4-90CF-B614-649BD9EC9BCD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8EEAEC16-A932-3CC1-4E08-03578C6A3E86}"/>
              </a:ext>
            </a:extLst>
          </p:cNvPr>
          <p:cNvGrpSpPr/>
          <p:nvPr/>
        </p:nvGrpSpPr>
        <p:grpSpPr>
          <a:xfrm rot="-5400000">
            <a:off x="-935498" y="7502779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13840C79-2368-CFFE-0DE2-E7C0BAB60D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718064C5-DEBA-82E0-3503-46B7933A519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AAEBEF42-ED23-43E9-C597-BC6DCC74F7E5}"/>
              </a:ext>
            </a:extLst>
          </p:cNvPr>
          <p:cNvGrpSpPr/>
          <p:nvPr/>
        </p:nvGrpSpPr>
        <p:grpSpPr>
          <a:xfrm rot="-5400000">
            <a:off x="-935498" y="7130687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50D4343F-4F9C-43E5-CDF6-25A3546E4F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A5C23799-D424-FA90-F5AC-16226003C84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DB5ACABE-9CC0-ED85-C959-02077BAF8440}"/>
              </a:ext>
            </a:extLst>
          </p:cNvPr>
          <p:cNvGrpSpPr/>
          <p:nvPr/>
        </p:nvGrpSpPr>
        <p:grpSpPr>
          <a:xfrm rot="-5400000">
            <a:off x="-935498" y="6758594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6C4B4C84-0D96-9209-6D30-2A81A3B917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7C88EC0C-E0EB-C126-E82C-FE591F0B58D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4FD04235-CA28-3932-4B91-A5C861B016B4}"/>
              </a:ext>
            </a:extLst>
          </p:cNvPr>
          <p:cNvGrpSpPr/>
          <p:nvPr/>
        </p:nvGrpSpPr>
        <p:grpSpPr>
          <a:xfrm rot="-5400000">
            <a:off x="188881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41800DF1-4CD3-A766-12A8-219420328F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FB8170BF-63CD-3DCE-2CE7-ABDE8A110ED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344644FF-699B-0C47-7F37-41AC24813DA3}"/>
              </a:ext>
            </a:extLst>
          </p:cNvPr>
          <p:cNvGrpSpPr/>
          <p:nvPr/>
        </p:nvGrpSpPr>
        <p:grpSpPr>
          <a:xfrm rot="-5400000">
            <a:off x="188881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1A414583-CD22-0ACD-7B42-B4926950525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88DDFA34-A42F-9122-2059-51104BB9627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4B92351B-E67B-2DE2-7DA6-5F7CA44DC023}"/>
              </a:ext>
            </a:extLst>
          </p:cNvPr>
          <p:cNvGrpSpPr/>
          <p:nvPr/>
        </p:nvGrpSpPr>
        <p:grpSpPr>
          <a:xfrm rot="-5400000">
            <a:off x="188881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8900B2B0-EDDD-BC73-2F73-C30C7C2DA1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2D7DF9DF-53A4-2B59-63AB-8F48A21ECD0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pic>
        <p:nvPicPr>
          <p:cNvPr id="5" name="Picture 4" descr="A diagram with black lines and white text&#10;&#10;Description automatically generated with medium confidence">
            <a:extLst>
              <a:ext uri="{FF2B5EF4-FFF2-40B4-BE49-F238E27FC236}">
                <a16:creationId xmlns:a16="http://schemas.microsoft.com/office/drawing/2014/main" id="{4DDD1758-0ECA-4B39-C7E7-7D2307FFE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3" r="2780" b="45189"/>
          <a:stretch/>
        </p:blipFill>
        <p:spPr>
          <a:xfrm>
            <a:off x="779290" y="1244833"/>
            <a:ext cx="16562966" cy="806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77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91E12-2276-B0A7-2DA3-19C0670C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FF2B5EF4-FFF2-40B4-BE49-F238E27FC236}">
                <a16:creationId xmlns:a16="http://schemas.microsoft.com/office/drawing/2014/main" id="{52963340-E732-F498-574E-C94E82D17B3B}"/>
              </a:ext>
            </a:extLst>
          </p:cNvPr>
          <p:cNvGrpSpPr/>
          <p:nvPr/>
        </p:nvGrpSpPr>
        <p:grpSpPr>
          <a:xfrm rot="8284381">
            <a:off x="-5672661" y="1226931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F591C1A9-84A9-699E-E45D-AF5DF7243FAF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07C48B56-99BB-3FFF-4137-DE216D300429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41C279E1-C919-D5E7-7C19-E39F74511730}"/>
              </a:ext>
            </a:extLst>
          </p:cNvPr>
          <p:cNvGrpSpPr/>
          <p:nvPr/>
        </p:nvGrpSpPr>
        <p:grpSpPr>
          <a:xfrm rot="-2532475">
            <a:off x="-4939308" y="-3246080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A60C13DC-5F81-6895-3F32-5117AC91C7B8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045370A2-31D9-6D10-048D-D9EFD5EFAB6C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ABC2EA49-90DA-D100-F66F-2CF1B2E089F3}"/>
              </a:ext>
            </a:extLst>
          </p:cNvPr>
          <p:cNvGrpSpPr/>
          <p:nvPr/>
        </p:nvGrpSpPr>
        <p:grpSpPr>
          <a:xfrm rot="-2700000">
            <a:off x="-1201896" y="1749854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D4980EC2-0ADD-EB03-3111-E1DCA2E3E9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D5B7A41C-A3A9-466E-218D-2E8BB5EE71C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601A334B-32F6-9338-8302-750E7EAF00F5}"/>
              </a:ext>
            </a:extLst>
          </p:cNvPr>
          <p:cNvGrpSpPr/>
          <p:nvPr/>
        </p:nvGrpSpPr>
        <p:grpSpPr>
          <a:xfrm rot="-2700000">
            <a:off x="-989276" y="1537234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E0E8B462-6F29-A871-CA75-596B8133D40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A097BCA4-791F-B7F1-6C46-B206547468D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4658D585-52A3-5210-8A0E-41D088363000}"/>
              </a:ext>
            </a:extLst>
          </p:cNvPr>
          <p:cNvGrpSpPr/>
          <p:nvPr/>
        </p:nvGrpSpPr>
        <p:grpSpPr>
          <a:xfrm rot="-2700000">
            <a:off x="-776656" y="1324614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14A04AB2-A4A0-0FF4-61DF-FFE3C0C1B7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51E3DA00-51AF-05C7-36CA-9C9F5AD76AE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6AED5804-D0F9-B7BB-B88C-848349739B1B}"/>
              </a:ext>
            </a:extLst>
          </p:cNvPr>
          <p:cNvGrpSpPr/>
          <p:nvPr/>
        </p:nvGrpSpPr>
        <p:grpSpPr>
          <a:xfrm rot="-2532475">
            <a:off x="-2368645" y="586694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708B3241-45BC-9299-31BD-9FA7BB68C4F1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FF264233-FD63-AC47-7562-FA012D34BAF2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A89FC407-E0FD-CA5C-01DD-571C0136DB55}"/>
              </a:ext>
            </a:extLst>
          </p:cNvPr>
          <p:cNvGrpSpPr/>
          <p:nvPr/>
        </p:nvGrpSpPr>
        <p:grpSpPr>
          <a:xfrm rot="-2515618">
            <a:off x="16999737" y="7787904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793E38DD-11D3-173D-F06D-E170BF039F64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ABD842AA-C23E-06EB-4B1F-D632FE76BD87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AFDD142A-81B1-2E2C-BD47-893C082E1A1A}"/>
              </a:ext>
            </a:extLst>
          </p:cNvPr>
          <p:cNvGrpSpPr/>
          <p:nvPr/>
        </p:nvGrpSpPr>
        <p:grpSpPr>
          <a:xfrm rot="8267524">
            <a:off x="13367510" y="11244304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5307BF16-424A-8809-F5D7-FC4FADA18162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26BBCC69-D2C3-6E2F-5C94-F476A86CEECF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5BC690F5-A691-E2DD-5513-33A3576C4E19}"/>
              </a:ext>
            </a:extLst>
          </p:cNvPr>
          <p:cNvGrpSpPr/>
          <p:nvPr/>
        </p:nvGrpSpPr>
        <p:grpSpPr>
          <a:xfrm rot="8100000">
            <a:off x="18753793" y="8852503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A8E143FC-A386-F1AC-99E3-3DCDEE5F013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E50FD8F8-BB30-DF21-4526-72285C6A476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CE1A06E2-4043-16F1-6A14-FF9A4157B4C6}"/>
              </a:ext>
            </a:extLst>
          </p:cNvPr>
          <p:cNvGrpSpPr/>
          <p:nvPr/>
        </p:nvGrpSpPr>
        <p:grpSpPr>
          <a:xfrm rot="8100000">
            <a:off x="18591346" y="9014949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37B7AE1E-A4FD-D3B5-B17A-283A5BD54C2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8B342467-9885-675F-100F-D470E6AD02C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6241AB75-B8ED-EEE2-D1EE-0FE94D09923B}"/>
              </a:ext>
            </a:extLst>
          </p:cNvPr>
          <p:cNvGrpSpPr/>
          <p:nvPr/>
        </p:nvGrpSpPr>
        <p:grpSpPr>
          <a:xfrm rot="8100000">
            <a:off x="18428900" y="9177395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0FE116D1-657D-0558-407D-1602EAD493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90CE8033-F155-9EE9-F87C-2C6C6D65032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2787BBB1-7C17-C837-5A39-7566ABF25152}"/>
              </a:ext>
            </a:extLst>
          </p:cNvPr>
          <p:cNvGrpSpPr/>
          <p:nvPr/>
        </p:nvGrpSpPr>
        <p:grpSpPr>
          <a:xfrm rot="8267524">
            <a:off x="17928448" y="9454367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45BE1AAE-902A-B14F-81C2-00EF66BE2E79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2806CA5C-427F-49B4-5EA4-4B4D84DBD270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7B512032-5BC4-BC57-1AEB-C060DDD4802D}"/>
              </a:ext>
            </a:extLst>
          </p:cNvPr>
          <p:cNvGrpSpPr/>
          <p:nvPr/>
        </p:nvGrpSpPr>
        <p:grpSpPr>
          <a:xfrm rot="-5400000">
            <a:off x="-935498" y="7502779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0456B36E-EBEC-327A-EFAB-DDD7D9A25B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2B870B32-9BFE-5992-465E-0D10FB11B7E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CEE92657-9002-C0E5-447D-A78E45467079}"/>
              </a:ext>
            </a:extLst>
          </p:cNvPr>
          <p:cNvGrpSpPr/>
          <p:nvPr/>
        </p:nvGrpSpPr>
        <p:grpSpPr>
          <a:xfrm rot="-5400000">
            <a:off x="-935498" y="7130687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616069F8-B9B5-C7F9-00B5-CA9F34F53F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6C7A845F-C1F6-9A64-C7F0-861BCE193B6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7B6E88C6-4CC7-590B-0A9F-67B830390E59}"/>
              </a:ext>
            </a:extLst>
          </p:cNvPr>
          <p:cNvGrpSpPr/>
          <p:nvPr/>
        </p:nvGrpSpPr>
        <p:grpSpPr>
          <a:xfrm rot="-5400000">
            <a:off x="-935498" y="6758594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3CCC2697-484A-8A8D-2A16-21FEA43EC4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905445CE-A35F-947E-F6A3-5FB2C47B1F8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A43489AC-158F-D8DA-E952-69BE38DF6F2C}"/>
              </a:ext>
            </a:extLst>
          </p:cNvPr>
          <p:cNvGrpSpPr/>
          <p:nvPr/>
        </p:nvGrpSpPr>
        <p:grpSpPr>
          <a:xfrm rot="-5400000">
            <a:off x="188881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CB62FF2F-FCD6-EFA2-C8BE-DA2A5F4ED12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4D509E68-BD65-A4D2-7D55-5AB22006ADC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A330CBCB-C2C7-9D53-DE90-B3F1125BADB3}"/>
              </a:ext>
            </a:extLst>
          </p:cNvPr>
          <p:cNvGrpSpPr/>
          <p:nvPr/>
        </p:nvGrpSpPr>
        <p:grpSpPr>
          <a:xfrm rot="-5400000">
            <a:off x="188881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B0EE1BC1-D0D3-FBE4-DEE2-6C1BC03E6BF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93F2C00A-B38C-1E05-702C-911A2CBD981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81CE7752-7FE1-50CB-C2A0-25A4E73E894F}"/>
              </a:ext>
            </a:extLst>
          </p:cNvPr>
          <p:cNvGrpSpPr/>
          <p:nvPr/>
        </p:nvGrpSpPr>
        <p:grpSpPr>
          <a:xfrm rot="-5400000">
            <a:off x="188881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C5986D6C-7677-A6B1-3563-532FE607D59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738609FE-EA51-A8CB-93F2-C24D52DBCEE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pic>
        <p:nvPicPr>
          <p:cNvPr id="2" name="Picture 1" descr="A diagram with black lines and white text&#10;&#10;Description automatically generated with medium confidence">
            <a:extLst>
              <a:ext uri="{FF2B5EF4-FFF2-40B4-BE49-F238E27FC236}">
                <a16:creationId xmlns:a16="http://schemas.microsoft.com/office/drawing/2014/main" id="{A23C1062-112F-4EA7-5863-AC1E8C32B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0" t="43611" r="1895"/>
          <a:stretch/>
        </p:blipFill>
        <p:spPr>
          <a:xfrm>
            <a:off x="1191995" y="1199450"/>
            <a:ext cx="16216644" cy="800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40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A7BD-751C-6C02-9B4F-455CBA983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3612B97-340F-CE07-6604-8962A693A19F}"/>
              </a:ext>
            </a:extLst>
          </p:cNvPr>
          <p:cNvGrpSpPr/>
          <p:nvPr/>
        </p:nvGrpSpPr>
        <p:grpSpPr>
          <a:xfrm>
            <a:off x="1232325" y="1713264"/>
            <a:ext cx="7767617" cy="3292123"/>
            <a:chOff x="0" y="0"/>
            <a:chExt cx="2161385" cy="9160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C9912F0-8629-FA6B-A56A-20EAE4A551EC}"/>
                </a:ext>
              </a:extLst>
            </p:cNvPr>
            <p:cNvSpPr/>
            <p:nvPr/>
          </p:nvSpPr>
          <p:spPr>
            <a:xfrm>
              <a:off x="0" y="0"/>
              <a:ext cx="2161385" cy="916053"/>
            </a:xfrm>
            <a:custGeom>
              <a:avLst/>
              <a:gdLst/>
              <a:ahLst/>
              <a:cxnLst/>
              <a:rect l="l" t="t" r="r" b="b"/>
              <a:pathLst>
                <a:path w="2161385" h="916053">
                  <a:moveTo>
                    <a:pt x="19934" y="0"/>
                  </a:moveTo>
                  <a:lnTo>
                    <a:pt x="2141451" y="0"/>
                  </a:lnTo>
                  <a:cubicBezTo>
                    <a:pt x="2152460" y="0"/>
                    <a:pt x="2161385" y="8925"/>
                    <a:pt x="2161385" y="19934"/>
                  </a:cubicBezTo>
                  <a:lnTo>
                    <a:pt x="2161385" y="896119"/>
                  </a:lnTo>
                  <a:cubicBezTo>
                    <a:pt x="2161385" y="907128"/>
                    <a:pt x="2152460" y="916053"/>
                    <a:pt x="2141451" y="916053"/>
                  </a:cubicBezTo>
                  <a:lnTo>
                    <a:pt x="19934" y="916053"/>
                  </a:lnTo>
                  <a:cubicBezTo>
                    <a:pt x="8925" y="916053"/>
                    <a:pt x="0" y="907128"/>
                    <a:pt x="0" y="896119"/>
                  </a:cubicBezTo>
                  <a:lnTo>
                    <a:pt x="0" y="19934"/>
                  </a:lnTo>
                  <a:cubicBezTo>
                    <a:pt x="0" y="8925"/>
                    <a:pt x="8925" y="0"/>
                    <a:pt x="199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CF428E">
                      <a:alpha val="100000"/>
                    </a:srgbClr>
                  </a:gs>
                  <a:gs pos="100000">
                    <a:srgbClr val="61087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C673A6A-F210-6860-4700-EA0AB990D9BA}"/>
                </a:ext>
              </a:extLst>
            </p:cNvPr>
            <p:cNvSpPr txBox="1"/>
            <p:nvPr/>
          </p:nvSpPr>
          <p:spPr>
            <a:xfrm>
              <a:off x="0" y="-38100"/>
              <a:ext cx="2161385" cy="954153"/>
            </a:xfrm>
            <a:prstGeom prst="rect">
              <a:avLst/>
            </a:prstGeom>
          </p:spPr>
          <p:txBody>
            <a:bodyPr lIns="43666" tIns="43666" rIns="43666" bIns="43666" rtlCol="0" anchor="ctr"/>
            <a:lstStyle/>
            <a:p>
              <a:pPr algn="ctr">
                <a:lnSpc>
                  <a:spcPts val="2660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1CBB103-1B81-07C1-9AFC-27FE9D9007E0}"/>
              </a:ext>
            </a:extLst>
          </p:cNvPr>
          <p:cNvSpPr txBox="1"/>
          <p:nvPr/>
        </p:nvSpPr>
        <p:spPr>
          <a:xfrm>
            <a:off x="1595748" y="1473600"/>
            <a:ext cx="4845156" cy="421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914" b="1" dirty="0">
                <a:solidFill>
                  <a:srgbClr val="FFFFFF"/>
                </a:solidFill>
                <a:latin typeface="Charmonman" panose="00000500000000000000" pitchFamily="2" charset="-34"/>
                <a:ea typeface="Prompt Bold"/>
                <a:cs typeface="Charmonman" panose="00000500000000000000" pitchFamily="2" charset="-34"/>
                <a:sym typeface="Prompt Bold"/>
              </a:rPr>
              <a:t>TECHNICAL INTEGRATION</a:t>
            </a: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5EA5BF-540B-9919-96BB-6A3C9DA0B68E}"/>
              </a:ext>
            </a:extLst>
          </p:cNvPr>
          <p:cNvGrpSpPr/>
          <p:nvPr/>
        </p:nvGrpSpPr>
        <p:grpSpPr>
          <a:xfrm>
            <a:off x="9276396" y="1753704"/>
            <a:ext cx="7767617" cy="3292123"/>
            <a:chOff x="0" y="0"/>
            <a:chExt cx="2161385" cy="916053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FA88BC7-EED3-9DAB-5BFE-9C08780D44AF}"/>
                </a:ext>
              </a:extLst>
            </p:cNvPr>
            <p:cNvSpPr/>
            <p:nvPr/>
          </p:nvSpPr>
          <p:spPr>
            <a:xfrm>
              <a:off x="0" y="0"/>
              <a:ext cx="2161385" cy="916053"/>
            </a:xfrm>
            <a:custGeom>
              <a:avLst/>
              <a:gdLst/>
              <a:ahLst/>
              <a:cxnLst/>
              <a:rect l="l" t="t" r="r" b="b"/>
              <a:pathLst>
                <a:path w="2161385" h="916053">
                  <a:moveTo>
                    <a:pt x="19934" y="0"/>
                  </a:moveTo>
                  <a:lnTo>
                    <a:pt x="2141451" y="0"/>
                  </a:lnTo>
                  <a:cubicBezTo>
                    <a:pt x="2152460" y="0"/>
                    <a:pt x="2161385" y="8925"/>
                    <a:pt x="2161385" y="19934"/>
                  </a:cubicBezTo>
                  <a:lnTo>
                    <a:pt x="2161385" y="896119"/>
                  </a:lnTo>
                  <a:cubicBezTo>
                    <a:pt x="2161385" y="907128"/>
                    <a:pt x="2152460" y="916053"/>
                    <a:pt x="2141451" y="916053"/>
                  </a:cubicBezTo>
                  <a:lnTo>
                    <a:pt x="19934" y="916053"/>
                  </a:lnTo>
                  <a:cubicBezTo>
                    <a:pt x="8925" y="916053"/>
                    <a:pt x="0" y="907128"/>
                    <a:pt x="0" y="896119"/>
                  </a:cubicBezTo>
                  <a:lnTo>
                    <a:pt x="0" y="19934"/>
                  </a:lnTo>
                  <a:cubicBezTo>
                    <a:pt x="0" y="8925"/>
                    <a:pt x="8925" y="0"/>
                    <a:pt x="199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CF428E">
                      <a:alpha val="100000"/>
                    </a:srgbClr>
                  </a:gs>
                  <a:gs pos="100000">
                    <a:srgbClr val="61087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2FD4485E-1E6C-60A8-CB5E-E36F1E612C18}"/>
                </a:ext>
              </a:extLst>
            </p:cNvPr>
            <p:cNvSpPr txBox="1"/>
            <p:nvPr/>
          </p:nvSpPr>
          <p:spPr>
            <a:xfrm>
              <a:off x="0" y="-38100"/>
              <a:ext cx="2161385" cy="954153"/>
            </a:xfrm>
            <a:prstGeom prst="rect">
              <a:avLst/>
            </a:prstGeom>
          </p:spPr>
          <p:txBody>
            <a:bodyPr lIns="43666" tIns="43666" rIns="43666" bIns="43666" rtlCol="0" anchor="ctr"/>
            <a:lstStyle/>
            <a:p>
              <a:pPr algn="ctr">
                <a:lnSpc>
                  <a:spcPts val="2660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64E26F4B-9493-2F3C-8895-6155B77A91CE}"/>
              </a:ext>
            </a:extLst>
          </p:cNvPr>
          <p:cNvSpPr txBox="1"/>
          <p:nvPr/>
        </p:nvSpPr>
        <p:spPr>
          <a:xfrm>
            <a:off x="9651480" y="1473600"/>
            <a:ext cx="4845156" cy="421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914" b="1" dirty="0">
                <a:solidFill>
                  <a:srgbClr val="FFFFFF"/>
                </a:solidFill>
                <a:latin typeface="Charmonman" panose="00000500000000000000" pitchFamily="2" charset="-34"/>
                <a:ea typeface="Prompt Bold"/>
                <a:cs typeface="Charmonman" panose="00000500000000000000" pitchFamily="2" charset="-34"/>
                <a:sym typeface="Prompt Bold"/>
              </a:rPr>
              <a:t>MARKET COMPETITION</a:t>
            </a:r>
          </a:p>
        </p:txBody>
      </p:sp>
      <p:grpSp>
        <p:nvGrpSpPr>
          <p:cNvPr id="71" name="Group 71">
            <a:extLst>
              <a:ext uri="{FF2B5EF4-FFF2-40B4-BE49-F238E27FC236}">
                <a16:creationId xmlns:a16="http://schemas.microsoft.com/office/drawing/2014/main" id="{2A74375B-BDEE-3FEC-09F7-949D94783548}"/>
              </a:ext>
            </a:extLst>
          </p:cNvPr>
          <p:cNvGrpSpPr/>
          <p:nvPr/>
        </p:nvGrpSpPr>
        <p:grpSpPr>
          <a:xfrm rot="5400000">
            <a:off x="14903229" y="1474313"/>
            <a:ext cx="7257962" cy="1297936"/>
            <a:chOff x="0" y="0"/>
            <a:chExt cx="2272559" cy="406400"/>
          </a:xfrm>
        </p:grpSpPr>
        <p:sp>
          <p:nvSpPr>
            <p:cNvPr id="72" name="Freeform 72">
              <a:extLst>
                <a:ext uri="{FF2B5EF4-FFF2-40B4-BE49-F238E27FC236}">
                  <a16:creationId xmlns:a16="http://schemas.microsoft.com/office/drawing/2014/main" id="{89155A3A-D7CE-CA3C-B73D-9531E0A0ABBC}"/>
                </a:ext>
              </a:extLst>
            </p:cNvPr>
            <p:cNvSpPr/>
            <p:nvPr/>
          </p:nvSpPr>
          <p:spPr>
            <a:xfrm>
              <a:off x="0" y="0"/>
              <a:ext cx="2272559" cy="406400"/>
            </a:xfrm>
            <a:custGeom>
              <a:avLst/>
              <a:gdLst/>
              <a:ahLst/>
              <a:cxnLst/>
              <a:rect l="l" t="t" r="r" b="b"/>
              <a:pathLst>
                <a:path w="2272559" h="406400">
                  <a:moveTo>
                    <a:pt x="2069359" y="0"/>
                  </a:moveTo>
                  <a:cubicBezTo>
                    <a:pt x="2181583" y="0"/>
                    <a:pt x="2272559" y="90976"/>
                    <a:pt x="2272559" y="203200"/>
                  </a:cubicBezTo>
                  <a:cubicBezTo>
                    <a:pt x="2272559" y="315424"/>
                    <a:pt x="2181583" y="406400"/>
                    <a:pt x="20693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3" name="TextBox 73">
              <a:extLst>
                <a:ext uri="{FF2B5EF4-FFF2-40B4-BE49-F238E27FC236}">
                  <a16:creationId xmlns:a16="http://schemas.microsoft.com/office/drawing/2014/main" id="{A4F630B8-09A0-E18B-01E0-C7E47E4FE0EE}"/>
                </a:ext>
              </a:extLst>
            </p:cNvPr>
            <p:cNvSpPr txBox="1"/>
            <p:nvPr/>
          </p:nvSpPr>
          <p:spPr>
            <a:xfrm>
              <a:off x="0" y="-38100"/>
              <a:ext cx="22725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4" name="Group 74">
            <a:extLst>
              <a:ext uri="{FF2B5EF4-FFF2-40B4-BE49-F238E27FC236}">
                <a16:creationId xmlns:a16="http://schemas.microsoft.com/office/drawing/2014/main" id="{A79E46BD-1D20-FF6A-26C1-C2FBE757D8CC}"/>
              </a:ext>
            </a:extLst>
          </p:cNvPr>
          <p:cNvGrpSpPr/>
          <p:nvPr/>
        </p:nvGrpSpPr>
        <p:grpSpPr>
          <a:xfrm>
            <a:off x="16149794" y="335279"/>
            <a:ext cx="303218" cy="303218"/>
            <a:chOff x="0" y="0"/>
            <a:chExt cx="812800" cy="812800"/>
          </a:xfrm>
        </p:grpSpPr>
        <p:sp>
          <p:nvSpPr>
            <p:cNvPr id="75" name="Freeform 75">
              <a:extLst>
                <a:ext uri="{FF2B5EF4-FFF2-40B4-BE49-F238E27FC236}">
                  <a16:creationId xmlns:a16="http://schemas.microsoft.com/office/drawing/2014/main" id="{30986678-FBF9-9486-A3CC-984EDAD676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6" name="TextBox 76">
              <a:extLst>
                <a:ext uri="{FF2B5EF4-FFF2-40B4-BE49-F238E27FC236}">
                  <a16:creationId xmlns:a16="http://schemas.microsoft.com/office/drawing/2014/main" id="{38BD83E0-6319-3107-71D4-94897312B73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7" name="Group 77">
            <a:extLst>
              <a:ext uri="{FF2B5EF4-FFF2-40B4-BE49-F238E27FC236}">
                <a16:creationId xmlns:a16="http://schemas.microsoft.com/office/drawing/2014/main" id="{91834B42-9E85-40B6-FFC4-3B311DD2454D}"/>
              </a:ext>
            </a:extLst>
          </p:cNvPr>
          <p:cNvGrpSpPr/>
          <p:nvPr/>
        </p:nvGrpSpPr>
        <p:grpSpPr>
          <a:xfrm>
            <a:off x="16623822" y="335279"/>
            <a:ext cx="303218" cy="303218"/>
            <a:chOff x="0" y="0"/>
            <a:chExt cx="812800" cy="812800"/>
          </a:xfrm>
        </p:grpSpPr>
        <p:sp>
          <p:nvSpPr>
            <p:cNvPr id="78" name="Freeform 78">
              <a:extLst>
                <a:ext uri="{FF2B5EF4-FFF2-40B4-BE49-F238E27FC236}">
                  <a16:creationId xmlns:a16="http://schemas.microsoft.com/office/drawing/2014/main" id="{2112DBC6-9862-CC8D-1426-E536AFFF3B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9" name="TextBox 79">
              <a:extLst>
                <a:ext uri="{FF2B5EF4-FFF2-40B4-BE49-F238E27FC236}">
                  <a16:creationId xmlns:a16="http://schemas.microsoft.com/office/drawing/2014/main" id="{54613975-C2F3-3340-C98D-B4903F2FB7E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0" name="Group 80">
            <a:extLst>
              <a:ext uri="{FF2B5EF4-FFF2-40B4-BE49-F238E27FC236}">
                <a16:creationId xmlns:a16="http://schemas.microsoft.com/office/drawing/2014/main" id="{A8407FA6-F0F4-6998-D9B4-5EE7F9609E98}"/>
              </a:ext>
            </a:extLst>
          </p:cNvPr>
          <p:cNvGrpSpPr/>
          <p:nvPr/>
        </p:nvGrpSpPr>
        <p:grpSpPr>
          <a:xfrm>
            <a:off x="17097849" y="335279"/>
            <a:ext cx="303218" cy="303218"/>
            <a:chOff x="0" y="0"/>
            <a:chExt cx="812800" cy="812800"/>
          </a:xfrm>
        </p:grpSpPr>
        <p:sp>
          <p:nvSpPr>
            <p:cNvPr id="81" name="Freeform 81">
              <a:extLst>
                <a:ext uri="{FF2B5EF4-FFF2-40B4-BE49-F238E27FC236}">
                  <a16:creationId xmlns:a16="http://schemas.microsoft.com/office/drawing/2014/main" id="{38B7C4B2-548F-702C-2999-A5E1904175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2" name="TextBox 82">
              <a:extLst>
                <a:ext uri="{FF2B5EF4-FFF2-40B4-BE49-F238E27FC236}">
                  <a16:creationId xmlns:a16="http://schemas.microsoft.com/office/drawing/2014/main" id="{FE1F1BFC-82B1-4DB9-1C5E-131534BFDB1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3" name="Group 83">
            <a:extLst>
              <a:ext uri="{FF2B5EF4-FFF2-40B4-BE49-F238E27FC236}">
                <a16:creationId xmlns:a16="http://schemas.microsoft.com/office/drawing/2014/main" id="{52ABF93B-D87F-D71D-395A-A0E098E5C572}"/>
              </a:ext>
            </a:extLst>
          </p:cNvPr>
          <p:cNvGrpSpPr/>
          <p:nvPr/>
        </p:nvGrpSpPr>
        <p:grpSpPr>
          <a:xfrm rot="-5400000">
            <a:off x="-3873191" y="7514751"/>
            <a:ext cx="7257962" cy="1297936"/>
            <a:chOff x="0" y="0"/>
            <a:chExt cx="2272559" cy="406400"/>
          </a:xfrm>
        </p:grpSpPr>
        <p:sp>
          <p:nvSpPr>
            <p:cNvPr id="84" name="Freeform 84">
              <a:extLst>
                <a:ext uri="{FF2B5EF4-FFF2-40B4-BE49-F238E27FC236}">
                  <a16:creationId xmlns:a16="http://schemas.microsoft.com/office/drawing/2014/main" id="{A47279EA-C8E0-EF02-AD6B-0EB0B202B786}"/>
                </a:ext>
              </a:extLst>
            </p:cNvPr>
            <p:cNvSpPr/>
            <p:nvPr/>
          </p:nvSpPr>
          <p:spPr>
            <a:xfrm>
              <a:off x="0" y="0"/>
              <a:ext cx="2272559" cy="406400"/>
            </a:xfrm>
            <a:custGeom>
              <a:avLst/>
              <a:gdLst/>
              <a:ahLst/>
              <a:cxnLst/>
              <a:rect l="l" t="t" r="r" b="b"/>
              <a:pathLst>
                <a:path w="2272559" h="406400">
                  <a:moveTo>
                    <a:pt x="2069359" y="0"/>
                  </a:moveTo>
                  <a:cubicBezTo>
                    <a:pt x="2181583" y="0"/>
                    <a:pt x="2272559" y="90976"/>
                    <a:pt x="2272559" y="203200"/>
                  </a:cubicBezTo>
                  <a:cubicBezTo>
                    <a:pt x="2272559" y="315424"/>
                    <a:pt x="2181583" y="406400"/>
                    <a:pt x="20693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5" name="TextBox 85">
              <a:extLst>
                <a:ext uri="{FF2B5EF4-FFF2-40B4-BE49-F238E27FC236}">
                  <a16:creationId xmlns:a16="http://schemas.microsoft.com/office/drawing/2014/main" id="{5E775448-064B-8D33-BB40-A419CB972F6B}"/>
                </a:ext>
              </a:extLst>
            </p:cNvPr>
            <p:cNvSpPr txBox="1"/>
            <p:nvPr/>
          </p:nvSpPr>
          <p:spPr>
            <a:xfrm>
              <a:off x="0" y="-38100"/>
              <a:ext cx="22725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6" name="Group 86">
            <a:extLst>
              <a:ext uri="{FF2B5EF4-FFF2-40B4-BE49-F238E27FC236}">
                <a16:creationId xmlns:a16="http://schemas.microsoft.com/office/drawing/2014/main" id="{018DCE70-54DA-BE0E-963B-6056630A4092}"/>
              </a:ext>
            </a:extLst>
          </p:cNvPr>
          <p:cNvGrpSpPr/>
          <p:nvPr/>
        </p:nvGrpSpPr>
        <p:grpSpPr>
          <a:xfrm rot="-10800000">
            <a:off x="1834988" y="9648503"/>
            <a:ext cx="303218" cy="303218"/>
            <a:chOff x="0" y="0"/>
            <a:chExt cx="812800" cy="812800"/>
          </a:xfrm>
        </p:grpSpPr>
        <p:sp>
          <p:nvSpPr>
            <p:cNvPr id="87" name="Freeform 87">
              <a:extLst>
                <a:ext uri="{FF2B5EF4-FFF2-40B4-BE49-F238E27FC236}">
                  <a16:creationId xmlns:a16="http://schemas.microsoft.com/office/drawing/2014/main" id="{C3843824-6D69-0023-7933-67D78A5FE0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8" name="TextBox 88">
              <a:extLst>
                <a:ext uri="{FF2B5EF4-FFF2-40B4-BE49-F238E27FC236}">
                  <a16:creationId xmlns:a16="http://schemas.microsoft.com/office/drawing/2014/main" id="{B55433E8-287D-497B-29B3-0401B6EBD6E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9" name="Group 89">
            <a:extLst>
              <a:ext uri="{FF2B5EF4-FFF2-40B4-BE49-F238E27FC236}">
                <a16:creationId xmlns:a16="http://schemas.microsoft.com/office/drawing/2014/main" id="{F127F8A5-9438-0701-0B90-3F78AD095299}"/>
              </a:ext>
            </a:extLst>
          </p:cNvPr>
          <p:cNvGrpSpPr/>
          <p:nvPr/>
        </p:nvGrpSpPr>
        <p:grpSpPr>
          <a:xfrm rot="-10800000">
            <a:off x="1360960" y="9648503"/>
            <a:ext cx="303218" cy="303218"/>
            <a:chOff x="0" y="0"/>
            <a:chExt cx="812800" cy="812800"/>
          </a:xfrm>
        </p:grpSpPr>
        <p:sp>
          <p:nvSpPr>
            <p:cNvPr id="90" name="Freeform 90">
              <a:extLst>
                <a:ext uri="{FF2B5EF4-FFF2-40B4-BE49-F238E27FC236}">
                  <a16:creationId xmlns:a16="http://schemas.microsoft.com/office/drawing/2014/main" id="{94CF134B-3C64-4F0B-F38B-161D8CABA5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91" name="TextBox 91">
              <a:extLst>
                <a:ext uri="{FF2B5EF4-FFF2-40B4-BE49-F238E27FC236}">
                  <a16:creationId xmlns:a16="http://schemas.microsoft.com/office/drawing/2014/main" id="{4269F571-C466-7D1E-B9BD-0F1F74843A6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92" name="Group 92">
            <a:extLst>
              <a:ext uri="{FF2B5EF4-FFF2-40B4-BE49-F238E27FC236}">
                <a16:creationId xmlns:a16="http://schemas.microsoft.com/office/drawing/2014/main" id="{B4E3AF64-1853-2FFE-7680-D0AC2EF97911}"/>
              </a:ext>
            </a:extLst>
          </p:cNvPr>
          <p:cNvGrpSpPr/>
          <p:nvPr/>
        </p:nvGrpSpPr>
        <p:grpSpPr>
          <a:xfrm rot="-10800000">
            <a:off x="886933" y="9648503"/>
            <a:ext cx="303218" cy="303218"/>
            <a:chOff x="0" y="0"/>
            <a:chExt cx="812800" cy="812800"/>
          </a:xfrm>
        </p:grpSpPr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6B47869B-9D75-3C3C-1B49-EF4DDC2713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94" name="TextBox 94">
              <a:extLst>
                <a:ext uri="{FF2B5EF4-FFF2-40B4-BE49-F238E27FC236}">
                  <a16:creationId xmlns:a16="http://schemas.microsoft.com/office/drawing/2014/main" id="{04642F78-99DB-AF3B-BA24-B4B1AEDA86A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pic>
        <p:nvPicPr>
          <p:cNvPr id="95" name="Picture 94" descr="A diagram with black lines and white text&#10;&#10;Description automatically generated with medium confidence">
            <a:extLst>
              <a:ext uri="{FF2B5EF4-FFF2-40B4-BE49-F238E27FC236}">
                <a16:creationId xmlns:a16="http://schemas.microsoft.com/office/drawing/2014/main" id="{8618FF33-36BC-570C-D9C5-B2DE4CD3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0" t="43611" r="1895"/>
          <a:stretch/>
        </p:blipFill>
        <p:spPr>
          <a:xfrm>
            <a:off x="1191995" y="-8343900"/>
            <a:ext cx="16216644" cy="8008658"/>
          </a:xfrm>
          <a:prstGeom prst="rect">
            <a:avLst/>
          </a:prstGeom>
        </p:spPr>
      </p:pic>
      <p:sp>
        <p:nvSpPr>
          <p:cNvPr id="96" name="Freeform 46">
            <a:extLst>
              <a:ext uri="{FF2B5EF4-FFF2-40B4-BE49-F238E27FC236}">
                <a16:creationId xmlns:a16="http://schemas.microsoft.com/office/drawing/2014/main" id="{7C144D54-C30C-CA83-036A-BBCE2E71B776}"/>
              </a:ext>
            </a:extLst>
          </p:cNvPr>
          <p:cNvSpPr/>
          <p:nvPr/>
        </p:nvSpPr>
        <p:spPr>
          <a:xfrm>
            <a:off x="1207411" y="1169919"/>
            <a:ext cx="4753449" cy="80096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SF Pro Display" panose="00000500000000000000" pitchFamily="50" charset="0"/>
              </a:rPr>
              <a:t>Return URL</a:t>
            </a:r>
          </a:p>
        </p:txBody>
      </p:sp>
      <p:sp>
        <p:nvSpPr>
          <p:cNvPr id="97" name="Freeform 46">
            <a:extLst>
              <a:ext uri="{FF2B5EF4-FFF2-40B4-BE49-F238E27FC236}">
                <a16:creationId xmlns:a16="http://schemas.microsoft.com/office/drawing/2014/main" id="{89CD2F42-6A85-5B8C-E0AD-0079D7CF6460}"/>
              </a:ext>
            </a:extLst>
          </p:cNvPr>
          <p:cNvSpPr/>
          <p:nvPr/>
        </p:nvSpPr>
        <p:spPr>
          <a:xfrm>
            <a:off x="9252012" y="1175860"/>
            <a:ext cx="5454588" cy="80096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SF Pro Display" panose="00000500000000000000" pitchFamily="50" charset="0"/>
              </a:rPr>
              <a:t>IPN URL</a:t>
            </a:r>
          </a:p>
        </p:txBody>
      </p:sp>
      <p:sp>
        <p:nvSpPr>
          <p:cNvPr id="37" name="TextBox 63">
            <a:extLst>
              <a:ext uri="{FF2B5EF4-FFF2-40B4-BE49-F238E27FC236}">
                <a16:creationId xmlns:a16="http://schemas.microsoft.com/office/drawing/2014/main" id="{69CAADF8-6EE9-50C4-680C-E6B1C76EBE3D}"/>
              </a:ext>
            </a:extLst>
          </p:cNvPr>
          <p:cNvSpPr txBox="1"/>
          <p:nvPr/>
        </p:nvSpPr>
        <p:spPr>
          <a:xfrm>
            <a:off x="1398530" y="2492551"/>
            <a:ext cx="728827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Sau khi luồng thanh toán hoàn tất, khách hàng được điều hướng đến redirectUrl mà bên đối tác đã cung cấp trong create reques</a:t>
            </a:r>
            <a:r>
              <a:rPr lang="en-US" sz="2800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t</a:t>
            </a:r>
          </a:p>
        </p:txBody>
      </p:sp>
      <p:sp>
        <p:nvSpPr>
          <p:cNvPr id="40" name="TextBox 63">
            <a:extLst>
              <a:ext uri="{FF2B5EF4-FFF2-40B4-BE49-F238E27FC236}">
                <a16:creationId xmlns:a16="http://schemas.microsoft.com/office/drawing/2014/main" id="{108A63F2-16E9-D6B5-F758-72244F7110ED}"/>
              </a:ext>
            </a:extLst>
          </p:cNvPr>
          <p:cNvSpPr txBox="1"/>
          <p:nvPr/>
        </p:nvSpPr>
        <p:spPr>
          <a:xfrm>
            <a:off x="9569384" y="2280440"/>
            <a:ext cx="7230431" cy="2157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i="0" dirty="0">
                <a:solidFill>
                  <a:srgbClr val="262626"/>
                </a:solidFill>
                <a:effectLst/>
                <a:latin typeface="SF Pro Display" panose="00000500000000000000" pitchFamily="50" charset="0"/>
              </a:rPr>
              <a:t>Instant Payment Notification </a:t>
            </a:r>
            <a:r>
              <a:rPr lang="vi-VN" sz="2800" b="0" i="0" dirty="0">
                <a:solidFill>
                  <a:srgbClr val="262626"/>
                </a:solidFill>
                <a:effectLst/>
                <a:latin typeface="SF Pro Display" panose="00000500000000000000" pitchFamily="50" charset="0"/>
              </a:rPr>
              <a:t>(IPN) là thông điệp được gửi từ Nhà Cung Cấp Dịch Vụ Thanh Toán - Payment Service Provider (PSP) đến Bên Sử Dụng Dịch Vụ Thanh Toán - Payment Service Consumer (PSC). Việc này sử dụng giao thức HTTP và quy trình này là bất đồng bộ.</a:t>
            </a:r>
            <a:endParaRPr lang="en-US" sz="2800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A70886-3898-2B5E-7CEF-48449D0FA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508" y="5692350"/>
            <a:ext cx="5106313" cy="26109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BDB6A-8BAE-8978-F90F-9552E6820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007" y="5608609"/>
            <a:ext cx="8297891" cy="27784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3769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9108-71EE-4685-B84C-AC540E5C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FF2B5EF4-FFF2-40B4-BE49-F238E27FC236}">
                <a16:creationId xmlns:a16="http://schemas.microsoft.com/office/drawing/2014/main" id="{8A9F519C-57EC-2A4D-1D23-9A526ACF930D}"/>
              </a:ext>
            </a:extLst>
          </p:cNvPr>
          <p:cNvGrpSpPr/>
          <p:nvPr/>
        </p:nvGrpSpPr>
        <p:grpSpPr>
          <a:xfrm rot="8284381">
            <a:off x="-5672661" y="1226931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DFA7A5BF-DDB6-B366-8C08-7FC56478F3E7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A28C32E2-3938-C2DD-EC9D-9345248FD09A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EFB80E2A-A769-A385-C252-2EFFEFD97D2A}"/>
              </a:ext>
            </a:extLst>
          </p:cNvPr>
          <p:cNvGrpSpPr/>
          <p:nvPr/>
        </p:nvGrpSpPr>
        <p:grpSpPr>
          <a:xfrm rot="-2532475">
            <a:off x="-4939308" y="-3246080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B4556C3C-1D8E-8361-4550-AC535D1A2B97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D9C9C67B-3D91-D439-6070-596432FDE782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DD885073-F0C9-DEC6-8DBB-5FEBAEBC93F0}"/>
              </a:ext>
            </a:extLst>
          </p:cNvPr>
          <p:cNvGrpSpPr/>
          <p:nvPr/>
        </p:nvGrpSpPr>
        <p:grpSpPr>
          <a:xfrm rot="-2700000">
            <a:off x="-1201896" y="1749854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204D79A6-D348-8152-8314-04CA494EDA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C7ACB88D-9095-B918-2900-EEABA25BB0E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DCC042F2-C5F3-3544-0465-8DE85C3B0C3F}"/>
              </a:ext>
            </a:extLst>
          </p:cNvPr>
          <p:cNvGrpSpPr/>
          <p:nvPr/>
        </p:nvGrpSpPr>
        <p:grpSpPr>
          <a:xfrm rot="-2700000">
            <a:off x="-989276" y="1537234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99F37CD2-83FC-D2E5-83E2-E29C7332CB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E523B9BE-4D2C-71AD-0C24-DB933AFB8B2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91A39038-4340-955B-1DDD-23E1EDF72F9C}"/>
              </a:ext>
            </a:extLst>
          </p:cNvPr>
          <p:cNvGrpSpPr/>
          <p:nvPr/>
        </p:nvGrpSpPr>
        <p:grpSpPr>
          <a:xfrm rot="-2700000">
            <a:off x="-776656" y="1324614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F9A1577B-CDF8-3F7D-316C-C7F1B878342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B197E1EF-C566-DEDF-D035-BECFA2EAFFC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8000F3C3-3FF5-4731-F422-846F96C8C0C7}"/>
              </a:ext>
            </a:extLst>
          </p:cNvPr>
          <p:cNvGrpSpPr/>
          <p:nvPr/>
        </p:nvGrpSpPr>
        <p:grpSpPr>
          <a:xfrm rot="-2532475">
            <a:off x="-2368645" y="586694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06CF9890-2A2B-40A2-9B10-FAD7752B748F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EA41497B-B275-540B-E42A-72C661075C41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FC96F86A-44DA-3487-6D42-F72464AB810D}"/>
              </a:ext>
            </a:extLst>
          </p:cNvPr>
          <p:cNvGrpSpPr/>
          <p:nvPr/>
        </p:nvGrpSpPr>
        <p:grpSpPr>
          <a:xfrm rot="-2515618">
            <a:off x="16999737" y="7787904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981DC6D7-5BE8-EBBC-9EDC-B3674A0D390C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0B027DF6-94A8-07CE-2B8F-C4A9D2A6B8BF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4974501D-DD0B-E80C-59A5-B4B37FC37C78}"/>
              </a:ext>
            </a:extLst>
          </p:cNvPr>
          <p:cNvGrpSpPr/>
          <p:nvPr/>
        </p:nvGrpSpPr>
        <p:grpSpPr>
          <a:xfrm rot="8267524">
            <a:off x="13367510" y="11244304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BCB0E6A5-11C7-F827-7482-56AC0A973B96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510271AC-C4F1-3F5A-E61B-A22593F5C288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2B650B0F-721C-B0B5-AB35-80314D0C6E31}"/>
              </a:ext>
            </a:extLst>
          </p:cNvPr>
          <p:cNvGrpSpPr/>
          <p:nvPr/>
        </p:nvGrpSpPr>
        <p:grpSpPr>
          <a:xfrm rot="8100000">
            <a:off x="18753793" y="8852503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3F6B03D2-BFA3-8292-F20A-4F5995AFC9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36C5A3FA-F2C7-A4A5-E8E3-C35ABDC708D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A51BDB31-8CFA-546D-F8B6-148B02DAB786}"/>
              </a:ext>
            </a:extLst>
          </p:cNvPr>
          <p:cNvGrpSpPr/>
          <p:nvPr/>
        </p:nvGrpSpPr>
        <p:grpSpPr>
          <a:xfrm rot="8100000">
            <a:off x="18591346" y="9014949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569E6786-F0B8-98D6-985B-4DCBCDDA2C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B832C316-2231-E66E-727F-31F90E1C34E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03815014-D90C-D056-953E-0583D42A618F}"/>
              </a:ext>
            </a:extLst>
          </p:cNvPr>
          <p:cNvGrpSpPr/>
          <p:nvPr/>
        </p:nvGrpSpPr>
        <p:grpSpPr>
          <a:xfrm rot="8100000">
            <a:off x="18428900" y="9177395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1B209AA1-491B-F75A-9173-3D969A27F3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CD5BED24-EE53-7ADF-7CB9-24BAA8358E3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EE0FD3F2-2E91-D013-FFC3-B1CDAA3FFB02}"/>
              </a:ext>
            </a:extLst>
          </p:cNvPr>
          <p:cNvGrpSpPr/>
          <p:nvPr/>
        </p:nvGrpSpPr>
        <p:grpSpPr>
          <a:xfrm rot="8267524">
            <a:off x="17928448" y="9454367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4C1332C1-A2CA-776A-29C4-84E258F79E3E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E88DAE35-6608-E766-BE27-A8DBCE2CFA5D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F2743D30-6079-6D3D-204D-CB28B9A35819}"/>
              </a:ext>
            </a:extLst>
          </p:cNvPr>
          <p:cNvGrpSpPr/>
          <p:nvPr/>
        </p:nvGrpSpPr>
        <p:grpSpPr>
          <a:xfrm rot="-5400000">
            <a:off x="-935498" y="7502779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2D11CCB2-10F5-33E3-81F6-C791E685079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F61128D9-6FB7-9EBC-5517-BF930E63D8B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C3ABC7D1-3FE2-8A32-15E2-1944BFE6F02C}"/>
              </a:ext>
            </a:extLst>
          </p:cNvPr>
          <p:cNvGrpSpPr/>
          <p:nvPr/>
        </p:nvGrpSpPr>
        <p:grpSpPr>
          <a:xfrm rot="-5400000">
            <a:off x="-935498" y="7130687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177A3B58-E05F-8B6C-63FE-FF2B8ACB95E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104B1186-E081-F0CD-79E5-023B53CF53E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92144898-B127-ACAD-68FB-0D462C3CB41A}"/>
              </a:ext>
            </a:extLst>
          </p:cNvPr>
          <p:cNvGrpSpPr/>
          <p:nvPr/>
        </p:nvGrpSpPr>
        <p:grpSpPr>
          <a:xfrm rot="-5400000">
            <a:off x="-935498" y="6758594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7B0E106C-7F7E-F49E-53DE-B665E408D92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EEAE144B-67C6-FD8A-36B5-1A2AAF417E0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7934F564-BB88-F4AC-5F14-B7DEFB9900DF}"/>
              </a:ext>
            </a:extLst>
          </p:cNvPr>
          <p:cNvGrpSpPr/>
          <p:nvPr/>
        </p:nvGrpSpPr>
        <p:grpSpPr>
          <a:xfrm rot="-5400000">
            <a:off x="188881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EAF4D328-FE7E-64D8-4B79-7AF04FD12B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50443610-B627-D878-CCED-FF06C368024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4C943155-5323-1652-0159-2B0A50B50DD4}"/>
              </a:ext>
            </a:extLst>
          </p:cNvPr>
          <p:cNvGrpSpPr/>
          <p:nvPr/>
        </p:nvGrpSpPr>
        <p:grpSpPr>
          <a:xfrm rot="-5400000">
            <a:off x="188881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BF4C1B87-6C26-B1D9-8572-DB39BD4E87C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ACA9B099-CC86-40C5-F152-E14CC205AF6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CF473609-4243-0A07-CF59-6465EEC0DC04}"/>
              </a:ext>
            </a:extLst>
          </p:cNvPr>
          <p:cNvGrpSpPr/>
          <p:nvPr/>
        </p:nvGrpSpPr>
        <p:grpSpPr>
          <a:xfrm rot="-5400000">
            <a:off x="188881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8EACA25C-9964-57C7-62C3-F63F65A1AF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5391E593-241B-A031-F9EC-3632C51F615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pic>
        <p:nvPicPr>
          <p:cNvPr id="2" name="Picture 1" descr="A diagram with black lines and white text&#10;&#10;Description automatically generated with medium confidence">
            <a:extLst>
              <a:ext uri="{FF2B5EF4-FFF2-40B4-BE49-F238E27FC236}">
                <a16:creationId xmlns:a16="http://schemas.microsoft.com/office/drawing/2014/main" id="{24AF62CA-3128-4C34-6177-43033F60E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0" t="43611" r="1895"/>
          <a:stretch/>
        </p:blipFill>
        <p:spPr>
          <a:xfrm>
            <a:off x="1191995" y="1199450"/>
            <a:ext cx="16216644" cy="8008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148996-3482-C1F9-A397-658B616B5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531" y="-9042629"/>
            <a:ext cx="15929512" cy="80887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63">
            <a:extLst>
              <a:ext uri="{FF2B5EF4-FFF2-40B4-BE49-F238E27FC236}">
                <a16:creationId xmlns:a16="http://schemas.microsoft.com/office/drawing/2014/main" id="{1186AEBE-B1C0-B38C-7F93-C8E54831013C}"/>
              </a:ext>
            </a:extLst>
          </p:cNvPr>
          <p:cNvSpPr txBox="1"/>
          <p:nvPr/>
        </p:nvSpPr>
        <p:spPr>
          <a:xfrm>
            <a:off x="6457838" y="-9516019"/>
            <a:ext cx="6268573" cy="381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  <a:spcBef>
                <a:spcPct val="0"/>
              </a:spcBef>
            </a:pPr>
            <a:r>
              <a:rPr lang="vi-VN" sz="3600" b="1" dirty="0">
                <a:solidFill>
                  <a:srgbClr val="D82D8B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Mẫu Request Create Payment</a:t>
            </a:r>
            <a:endParaRPr lang="en-US" sz="3600" b="1" dirty="0">
              <a:solidFill>
                <a:srgbClr val="D82D8B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</p:spTree>
    <p:extLst>
      <p:ext uri="{BB962C8B-B14F-4D97-AF65-F5344CB8AC3E}">
        <p14:creationId xmlns:p14="http://schemas.microsoft.com/office/powerpoint/2010/main" val="1762330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3F96-B10B-F782-0160-AC54A9CC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FF2B5EF4-FFF2-40B4-BE49-F238E27FC236}">
                <a16:creationId xmlns:a16="http://schemas.microsoft.com/office/drawing/2014/main" id="{D25916F4-4A9F-1017-E5B7-81AEA1DF9E46}"/>
              </a:ext>
            </a:extLst>
          </p:cNvPr>
          <p:cNvGrpSpPr/>
          <p:nvPr/>
        </p:nvGrpSpPr>
        <p:grpSpPr>
          <a:xfrm rot="8284381">
            <a:off x="-5672661" y="1226931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DF34E8DD-5D1A-A356-B1C4-354551B0B802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37C07B1C-EE8C-9E78-CA37-C6C831026D78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6067858E-C21B-CFFF-81E5-45D46545F70F}"/>
              </a:ext>
            </a:extLst>
          </p:cNvPr>
          <p:cNvGrpSpPr/>
          <p:nvPr/>
        </p:nvGrpSpPr>
        <p:grpSpPr>
          <a:xfrm rot="-2532475">
            <a:off x="-4939308" y="-3246080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749BA67A-4777-769B-A893-36A07A2DB287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64CEF5C3-7783-B83E-EBE1-D278529C1764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D7CFC8D3-B4B2-918B-D9A8-32FE14C8CEE2}"/>
              </a:ext>
            </a:extLst>
          </p:cNvPr>
          <p:cNvGrpSpPr/>
          <p:nvPr/>
        </p:nvGrpSpPr>
        <p:grpSpPr>
          <a:xfrm rot="-2700000">
            <a:off x="-1201896" y="1749854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4B1BAF03-C0CE-F15A-3A19-319BA77FBF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4A38C183-1B94-342A-7612-6E19A3A06FF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8C46BE28-5EF2-D590-CDBE-338348C735E9}"/>
              </a:ext>
            </a:extLst>
          </p:cNvPr>
          <p:cNvGrpSpPr/>
          <p:nvPr/>
        </p:nvGrpSpPr>
        <p:grpSpPr>
          <a:xfrm rot="-2700000">
            <a:off x="-989276" y="1537234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A3D24FC2-CB9F-69C5-241B-A4329AA3EFF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F8E5E14E-14B5-5099-75AB-DC2F62DF317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50E320AD-DE6A-575A-C6C4-F432C4442239}"/>
              </a:ext>
            </a:extLst>
          </p:cNvPr>
          <p:cNvGrpSpPr/>
          <p:nvPr/>
        </p:nvGrpSpPr>
        <p:grpSpPr>
          <a:xfrm rot="-2700000">
            <a:off x="-776656" y="1324614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8404E4E8-8DF0-559F-4D77-A2DD8FD5FD9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B8B955B3-A9D4-CF01-3C3E-7FDD9006D53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5B6C988E-CE8F-06D9-F62C-748042C9C6A6}"/>
              </a:ext>
            </a:extLst>
          </p:cNvPr>
          <p:cNvGrpSpPr/>
          <p:nvPr/>
        </p:nvGrpSpPr>
        <p:grpSpPr>
          <a:xfrm rot="-2532475">
            <a:off x="-2368645" y="586694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DA23B028-FC6D-2DA6-9AAC-77DA91B7E434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6752A50C-0410-030D-C68F-46B4D99D0835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823B6CB9-1848-3BF2-2A43-59FEF898D589}"/>
              </a:ext>
            </a:extLst>
          </p:cNvPr>
          <p:cNvGrpSpPr/>
          <p:nvPr/>
        </p:nvGrpSpPr>
        <p:grpSpPr>
          <a:xfrm rot="-2515618">
            <a:off x="16999737" y="7787904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B932ADE1-13B8-AE05-C468-B35CB505AA32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8E45DE29-3B09-0F5A-A769-142C27F08451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A1075E72-D706-ABCC-FE02-D00BEA9B861C}"/>
              </a:ext>
            </a:extLst>
          </p:cNvPr>
          <p:cNvGrpSpPr/>
          <p:nvPr/>
        </p:nvGrpSpPr>
        <p:grpSpPr>
          <a:xfrm rot="8267524">
            <a:off x="13367510" y="11244304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1C5997A1-E19F-1CAC-E418-6492D1C05036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F6ED5F7D-DC58-DA07-EFBB-E3882CB0BAE0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4A8AC22D-6C6A-A4A8-9ED7-03FF0B51BE82}"/>
              </a:ext>
            </a:extLst>
          </p:cNvPr>
          <p:cNvGrpSpPr/>
          <p:nvPr/>
        </p:nvGrpSpPr>
        <p:grpSpPr>
          <a:xfrm rot="8100000">
            <a:off x="18753793" y="8852503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38A72770-3D12-9498-7557-86252D607E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FD150455-9ABA-410B-33A5-81901B637E2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87BF06E9-E8C8-3063-BDD0-E179FE80E818}"/>
              </a:ext>
            </a:extLst>
          </p:cNvPr>
          <p:cNvGrpSpPr/>
          <p:nvPr/>
        </p:nvGrpSpPr>
        <p:grpSpPr>
          <a:xfrm rot="8100000">
            <a:off x="18591346" y="9014949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13272BF0-13BD-C399-CCA0-DE277DE5CB7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31A57895-93F1-20C6-B7B7-E0F6294DD99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C219C7EE-3431-129D-4A39-794AAC2BA6DB}"/>
              </a:ext>
            </a:extLst>
          </p:cNvPr>
          <p:cNvGrpSpPr/>
          <p:nvPr/>
        </p:nvGrpSpPr>
        <p:grpSpPr>
          <a:xfrm rot="8100000">
            <a:off x="18428900" y="9177395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C5611411-DFB7-53D5-0921-AFEDC04D33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9E459C07-4C8B-97FD-C34B-688009B63D8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1F0CC91E-191A-1A7C-2C6F-1273C5DBF1AD}"/>
              </a:ext>
            </a:extLst>
          </p:cNvPr>
          <p:cNvGrpSpPr/>
          <p:nvPr/>
        </p:nvGrpSpPr>
        <p:grpSpPr>
          <a:xfrm rot="8267524">
            <a:off x="17928448" y="9454367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FA85B7CE-754B-09A1-66D9-CED80854D6A9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D275B834-E9BF-1285-ED83-F1137F20D2B9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0D823A76-00AE-0E06-EDCF-3620CFE1EC54}"/>
              </a:ext>
            </a:extLst>
          </p:cNvPr>
          <p:cNvGrpSpPr/>
          <p:nvPr/>
        </p:nvGrpSpPr>
        <p:grpSpPr>
          <a:xfrm rot="-5400000">
            <a:off x="-935498" y="7502779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E5A32D4C-D5B3-C092-F086-0FFAFA0C151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BA4B83AF-D980-C363-82BF-097467F7E31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CBBBBFB1-3419-E651-C176-8652D8034E71}"/>
              </a:ext>
            </a:extLst>
          </p:cNvPr>
          <p:cNvGrpSpPr/>
          <p:nvPr/>
        </p:nvGrpSpPr>
        <p:grpSpPr>
          <a:xfrm rot="-5400000">
            <a:off x="-935498" y="7130687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15C91253-9E72-AC56-60AF-385AFB43E0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FEF7E014-B1E8-DB59-71D5-4E1C3E64E80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280D75B2-269A-4171-9D0D-395BEA1FFA8E}"/>
              </a:ext>
            </a:extLst>
          </p:cNvPr>
          <p:cNvGrpSpPr/>
          <p:nvPr/>
        </p:nvGrpSpPr>
        <p:grpSpPr>
          <a:xfrm rot="-5400000">
            <a:off x="-935498" y="6758594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E75D8E4A-D80F-1DCA-EA21-092C5B5311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1B9FAE35-8423-60CD-CA24-0DBE750D61D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25768D48-C863-2C9B-BB23-18971777AA5C}"/>
              </a:ext>
            </a:extLst>
          </p:cNvPr>
          <p:cNvGrpSpPr/>
          <p:nvPr/>
        </p:nvGrpSpPr>
        <p:grpSpPr>
          <a:xfrm rot="-5400000">
            <a:off x="188881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DF32F288-A478-F8D8-257B-D17B762CA4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04B6CB9E-4CA8-E173-3BF7-D6DF47A2E75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C8158B1E-E95A-C21E-BB6B-62631120AF3A}"/>
              </a:ext>
            </a:extLst>
          </p:cNvPr>
          <p:cNvGrpSpPr/>
          <p:nvPr/>
        </p:nvGrpSpPr>
        <p:grpSpPr>
          <a:xfrm rot="-5400000">
            <a:off x="188881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C1FC6ACC-D383-3EC1-7417-11F448BCE0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BA0F99D2-E78A-CBA1-18A5-B59938CE4AB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38813340-D8C8-0699-4C93-C2687A8AD25B}"/>
              </a:ext>
            </a:extLst>
          </p:cNvPr>
          <p:cNvGrpSpPr/>
          <p:nvPr/>
        </p:nvGrpSpPr>
        <p:grpSpPr>
          <a:xfrm rot="-5400000">
            <a:off x="188881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92DCD3BC-207B-3CA8-9BE1-F76CCBC915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9B324170-E1B8-8665-2CEA-0BEA285EF9B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85E39E-43FC-95EC-040A-9A2982F24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531" y="1121200"/>
            <a:ext cx="15929512" cy="80887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63">
            <a:extLst>
              <a:ext uri="{FF2B5EF4-FFF2-40B4-BE49-F238E27FC236}">
                <a16:creationId xmlns:a16="http://schemas.microsoft.com/office/drawing/2014/main" id="{E11C9B3D-0765-1ABB-A81C-1EC8FE15D8C9}"/>
              </a:ext>
            </a:extLst>
          </p:cNvPr>
          <p:cNvSpPr txBox="1"/>
          <p:nvPr/>
        </p:nvSpPr>
        <p:spPr>
          <a:xfrm>
            <a:off x="6457838" y="647810"/>
            <a:ext cx="6268573" cy="381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  <a:spcBef>
                <a:spcPct val="0"/>
              </a:spcBef>
            </a:pPr>
            <a:r>
              <a:rPr lang="vi-VN" sz="3600" b="1" dirty="0">
                <a:solidFill>
                  <a:srgbClr val="D82D8B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Mẫu Request Create Payment</a:t>
            </a:r>
            <a:endParaRPr lang="en-US" sz="3600" b="1" dirty="0">
              <a:solidFill>
                <a:srgbClr val="D82D8B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4EA8E0-CB1E-6E0D-AFE1-C191530B2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378367" y="1564409"/>
            <a:ext cx="16709933" cy="28710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76E567-7853-EC12-54D8-89326BD85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7661" y="5144325"/>
            <a:ext cx="16550046" cy="3199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diagram with black lines and white text&#10;&#10;Description automatically generated with medium confidence">
            <a:extLst>
              <a:ext uri="{FF2B5EF4-FFF2-40B4-BE49-F238E27FC236}">
                <a16:creationId xmlns:a16="http://schemas.microsoft.com/office/drawing/2014/main" id="{0C17607E-D8D5-1F73-E33D-6EAD731DA7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0" t="43611" r="1895"/>
          <a:stretch/>
        </p:blipFill>
        <p:spPr>
          <a:xfrm>
            <a:off x="1191995" y="11081419"/>
            <a:ext cx="16216644" cy="800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80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41F8-0F0E-595F-9252-E4363D33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FF2B5EF4-FFF2-40B4-BE49-F238E27FC236}">
                <a16:creationId xmlns:a16="http://schemas.microsoft.com/office/drawing/2014/main" id="{FB552D05-DFA2-9172-EC5E-D65425D687C6}"/>
              </a:ext>
            </a:extLst>
          </p:cNvPr>
          <p:cNvGrpSpPr/>
          <p:nvPr/>
        </p:nvGrpSpPr>
        <p:grpSpPr>
          <a:xfrm rot="8284381">
            <a:off x="-5672661" y="1226931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D5FB8B0E-1825-F69F-1DA1-6C6594823BFD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5F44F993-0339-D5CE-1542-DD41BC61AD2E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6560FB6C-57B5-BB65-BB13-40802B9A80EB}"/>
              </a:ext>
            </a:extLst>
          </p:cNvPr>
          <p:cNvGrpSpPr/>
          <p:nvPr/>
        </p:nvGrpSpPr>
        <p:grpSpPr>
          <a:xfrm rot="-2532475">
            <a:off x="-4939308" y="-3246080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63F07D3F-CE90-D703-547C-4F95B3066D84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357D8EAA-5759-E19A-2B4F-F9B114286F84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1C7C15EE-83BD-222B-8924-9E9719755220}"/>
              </a:ext>
            </a:extLst>
          </p:cNvPr>
          <p:cNvGrpSpPr/>
          <p:nvPr/>
        </p:nvGrpSpPr>
        <p:grpSpPr>
          <a:xfrm rot="-2700000">
            <a:off x="-1201896" y="1749854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6BB56C6B-23D2-D73D-60F7-3A715A70B32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A6F11E8A-E0E3-289E-5296-FB9052E8EBD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51649779-D96C-2AC2-385A-3180A71F9A27}"/>
              </a:ext>
            </a:extLst>
          </p:cNvPr>
          <p:cNvGrpSpPr/>
          <p:nvPr/>
        </p:nvGrpSpPr>
        <p:grpSpPr>
          <a:xfrm rot="-2700000">
            <a:off x="-989276" y="1537234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03312FFE-C513-BD67-E538-A926B9B11F3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7BA045E0-946A-0382-041F-B09B9263B93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35B744C4-A574-F226-09A2-E8A47722E8F0}"/>
              </a:ext>
            </a:extLst>
          </p:cNvPr>
          <p:cNvGrpSpPr/>
          <p:nvPr/>
        </p:nvGrpSpPr>
        <p:grpSpPr>
          <a:xfrm rot="-2700000">
            <a:off x="-776656" y="1324614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9802EA61-81EF-8588-8271-A087291545D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35F972BA-9D28-FAEA-B024-98913CF8BE1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C7567956-07F7-5A62-39A5-ABC7897D279C}"/>
              </a:ext>
            </a:extLst>
          </p:cNvPr>
          <p:cNvGrpSpPr/>
          <p:nvPr/>
        </p:nvGrpSpPr>
        <p:grpSpPr>
          <a:xfrm rot="-2532475">
            <a:off x="-2368645" y="586694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D15F820E-9AE8-B154-69BB-80DB9A0B318C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A679EB87-ABDD-36C5-FB70-405ED9EB2CE1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3F176DC1-2CD8-EE76-0DA6-8B0A807F3277}"/>
              </a:ext>
            </a:extLst>
          </p:cNvPr>
          <p:cNvGrpSpPr/>
          <p:nvPr/>
        </p:nvGrpSpPr>
        <p:grpSpPr>
          <a:xfrm rot="-2515618">
            <a:off x="16999737" y="7787904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42577E73-FCA3-967F-2117-C2BC558A75AB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AFF87A9B-7C02-23A4-01AE-CA98135A7180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38927065-CC62-CC9F-D706-B9CE265A9C75}"/>
              </a:ext>
            </a:extLst>
          </p:cNvPr>
          <p:cNvGrpSpPr/>
          <p:nvPr/>
        </p:nvGrpSpPr>
        <p:grpSpPr>
          <a:xfrm rot="8267524">
            <a:off x="13367510" y="11244304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D965C3EA-28CE-2B84-D196-69C90BD69D64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B81820F8-B77F-B6F0-B3EA-68A8498C4BDD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99594358-8E4A-0886-31EF-07409F50389B}"/>
              </a:ext>
            </a:extLst>
          </p:cNvPr>
          <p:cNvGrpSpPr/>
          <p:nvPr/>
        </p:nvGrpSpPr>
        <p:grpSpPr>
          <a:xfrm rot="8100000">
            <a:off x="18753793" y="8852503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9C30EF6E-BD9B-7C3D-0054-5F85C8EDC1F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106B8734-EC03-9E5B-1436-2DB29E86E73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90363939-0F6E-26A6-2670-679967328024}"/>
              </a:ext>
            </a:extLst>
          </p:cNvPr>
          <p:cNvGrpSpPr/>
          <p:nvPr/>
        </p:nvGrpSpPr>
        <p:grpSpPr>
          <a:xfrm rot="8100000">
            <a:off x="18591346" y="9014949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2D14F0B7-C8EB-4D13-8550-059EF34270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40187191-CB2A-CF1F-C95C-D3282E7E287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532CB6BF-5E71-C036-3611-26F1BE91465E}"/>
              </a:ext>
            </a:extLst>
          </p:cNvPr>
          <p:cNvGrpSpPr/>
          <p:nvPr/>
        </p:nvGrpSpPr>
        <p:grpSpPr>
          <a:xfrm rot="8100000">
            <a:off x="18428900" y="9177395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7F9E385D-F7AB-8950-D86A-A01A12EEE2B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A011D5D2-459A-04B6-BB15-936606A392E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66F8220F-8C61-5259-AC93-523B57C48615}"/>
              </a:ext>
            </a:extLst>
          </p:cNvPr>
          <p:cNvGrpSpPr/>
          <p:nvPr/>
        </p:nvGrpSpPr>
        <p:grpSpPr>
          <a:xfrm rot="8267524">
            <a:off x="17928448" y="9454367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E4C01AAF-F5FE-2CBB-6091-7D1CE7754FAC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B5A7546F-B0D6-7009-B872-75E44C8AB166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96761852-F0B3-C252-C3FB-22F796CEBCC2}"/>
              </a:ext>
            </a:extLst>
          </p:cNvPr>
          <p:cNvGrpSpPr/>
          <p:nvPr/>
        </p:nvGrpSpPr>
        <p:grpSpPr>
          <a:xfrm rot="-5400000">
            <a:off x="-935498" y="7502779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B6EF0555-333A-7CD0-CB15-7F2DB35E4F1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08B215C5-D8D1-B3C6-4EC5-5BFCBD960D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39A1E643-2093-4097-B6E0-5DD442C46EF1}"/>
              </a:ext>
            </a:extLst>
          </p:cNvPr>
          <p:cNvGrpSpPr/>
          <p:nvPr/>
        </p:nvGrpSpPr>
        <p:grpSpPr>
          <a:xfrm rot="-5400000">
            <a:off x="-935498" y="7130687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DA06D0A6-25E2-6CA4-5A55-24A84F9C53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6E162D1E-137C-96CC-731F-867CD8E4191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1CE210E3-3748-9145-A360-AB00EE677E34}"/>
              </a:ext>
            </a:extLst>
          </p:cNvPr>
          <p:cNvGrpSpPr/>
          <p:nvPr/>
        </p:nvGrpSpPr>
        <p:grpSpPr>
          <a:xfrm rot="-5400000">
            <a:off x="-935498" y="6758594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844E7F51-71D2-12CA-6ACC-2908FD09CA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33AFEC2C-631C-29D8-A16C-921C98DC61F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37D2A68C-A2C9-6A9D-F145-58E6FE40E3D6}"/>
              </a:ext>
            </a:extLst>
          </p:cNvPr>
          <p:cNvGrpSpPr/>
          <p:nvPr/>
        </p:nvGrpSpPr>
        <p:grpSpPr>
          <a:xfrm rot="-5400000">
            <a:off x="188881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C7688A66-6A6D-7844-8AE3-0275D6352D7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16EAFF69-EF29-1EE8-39D5-6FDDF246637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C3ADCAFE-F195-B5E4-2A1E-A33FA9679E23}"/>
              </a:ext>
            </a:extLst>
          </p:cNvPr>
          <p:cNvGrpSpPr/>
          <p:nvPr/>
        </p:nvGrpSpPr>
        <p:grpSpPr>
          <a:xfrm rot="-5400000">
            <a:off x="188881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B6878A91-2C60-367F-DA9D-60B05D9BE44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3A9F22A6-3FE9-B5D2-82DB-C9F5952AF04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D7B63BBC-0F3A-E4F0-A5B6-817311B235C3}"/>
              </a:ext>
            </a:extLst>
          </p:cNvPr>
          <p:cNvGrpSpPr/>
          <p:nvPr/>
        </p:nvGrpSpPr>
        <p:grpSpPr>
          <a:xfrm rot="-5400000">
            <a:off x="188881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15F82761-0580-562E-3CBE-7FE71E2E97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45F63E38-98A3-0B8C-628A-B87B667ACFF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D0679DE-6E67-3369-C760-DB9ACEC39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1" y="5144325"/>
            <a:ext cx="16550046" cy="3199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06EB0-B102-9707-9587-58B8EBF99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07" y="1564409"/>
            <a:ext cx="16709933" cy="28710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8AD99C-D696-09D2-C806-DAC72B965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931" y="11255719"/>
            <a:ext cx="15929512" cy="80887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63">
            <a:extLst>
              <a:ext uri="{FF2B5EF4-FFF2-40B4-BE49-F238E27FC236}">
                <a16:creationId xmlns:a16="http://schemas.microsoft.com/office/drawing/2014/main" id="{F07A82F2-BCB9-8309-0ED4-9135F6E6C082}"/>
              </a:ext>
            </a:extLst>
          </p:cNvPr>
          <p:cNvSpPr txBox="1"/>
          <p:nvPr/>
        </p:nvSpPr>
        <p:spPr>
          <a:xfrm>
            <a:off x="6457838" y="647810"/>
            <a:ext cx="6268573" cy="381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  <a:spcBef>
                <a:spcPct val="0"/>
              </a:spcBef>
            </a:pPr>
            <a:r>
              <a:rPr lang="vi-VN" sz="3600" b="1" dirty="0">
                <a:solidFill>
                  <a:srgbClr val="D82D8B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Mẫu Request Create Payment</a:t>
            </a:r>
            <a:endParaRPr lang="en-US" sz="3600" b="1" dirty="0">
              <a:solidFill>
                <a:srgbClr val="D82D8B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</p:spTree>
    <p:extLst>
      <p:ext uri="{BB962C8B-B14F-4D97-AF65-F5344CB8AC3E}">
        <p14:creationId xmlns:p14="http://schemas.microsoft.com/office/powerpoint/2010/main" val="2150655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896C8-DCF7-FD49-A515-D9363087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FF2B5EF4-FFF2-40B4-BE49-F238E27FC236}">
                <a16:creationId xmlns:a16="http://schemas.microsoft.com/office/drawing/2014/main" id="{BA3725D5-1A3F-1091-E7B7-4F1E3871C862}"/>
              </a:ext>
            </a:extLst>
          </p:cNvPr>
          <p:cNvGrpSpPr/>
          <p:nvPr/>
        </p:nvGrpSpPr>
        <p:grpSpPr>
          <a:xfrm rot="8284381">
            <a:off x="-5672661" y="1226931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0C116528-98E2-2600-1FFE-6254E1119110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1CBA6672-4E30-A14A-192A-889D7C99E64F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5E568452-54EC-66C9-267C-35810888E73F}"/>
              </a:ext>
            </a:extLst>
          </p:cNvPr>
          <p:cNvGrpSpPr/>
          <p:nvPr/>
        </p:nvGrpSpPr>
        <p:grpSpPr>
          <a:xfrm rot="-2532475">
            <a:off x="-4939308" y="-3246080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9B03771-61FF-E474-F23D-DA3E5B1AF4E3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A31ED738-9F3D-EB8B-94E7-3D686156623E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B8E83690-9B66-18C5-4294-3B31FFC57129}"/>
              </a:ext>
            </a:extLst>
          </p:cNvPr>
          <p:cNvGrpSpPr/>
          <p:nvPr/>
        </p:nvGrpSpPr>
        <p:grpSpPr>
          <a:xfrm rot="-2700000">
            <a:off x="-1201896" y="1749854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FEEE2A70-B311-9221-455B-F67DAC689CE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D209191F-4DD4-CF05-2A45-F74BB3D71F6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B7D00B2F-4C75-6819-387A-2566498CAFA1}"/>
              </a:ext>
            </a:extLst>
          </p:cNvPr>
          <p:cNvGrpSpPr/>
          <p:nvPr/>
        </p:nvGrpSpPr>
        <p:grpSpPr>
          <a:xfrm rot="-2700000">
            <a:off x="-989276" y="1537234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EBBCF9BC-BB78-6B49-34CE-6F85976398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6807C9FF-0D37-78B0-0EA4-30E643F043C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42022760-B470-9945-0451-8DDEE18DD4B6}"/>
              </a:ext>
            </a:extLst>
          </p:cNvPr>
          <p:cNvGrpSpPr/>
          <p:nvPr/>
        </p:nvGrpSpPr>
        <p:grpSpPr>
          <a:xfrm rot="-2700000">
            <a:off x="-776656" y="1324614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51E7467E-9076-D5D1-CD87-A6E71475C7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F93AEB7F-3C00-F446-B3A1-FF47D6EF590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7CD84C95-7EF7-B424-2C9D-0E352651224D}"/>
              </a:ext>
            </a:extLst>
          </p:cNvPr>
          <p:cNvGrpSpPr/>
          <p:nvPr/>
        </p:nvGrpSpPr>
        <p:grpSpPr>
          <a:xfrm rot="-2532475">
            <a:off x="-2368645" y="586694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24606665-2D70-7024-48B1-220DFAC209CE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130B1CA8-E4FB-9403-6876-0F68D453F89C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57FB6D66-8748-2DDD-5967-C98AF2C7F37B}"/>
              </a:ext>
            </a:extLst>
          </p:cNvPr>
          <p:cNvGrpSpPr/>
          <p:nvPr/>
        </p:nvGrpSpPr>
        <p:grpSpPr>
          <a:xfrm rot="-2515618">
            <a:off x="16999737" y="7787904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3919678C-A4E7-F9F0-7503-623E956D7566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F50BC58C-6463-15D1-4F4C-680314A09C24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A270C05E-E379-A5D1-2B12-7B518F7E2404}"/>
              </a:ext>
            </a:extLst>
          </p:cNvPr>
          <p:cNvGrpSpPr/>
          <p:nvPr/>
        </p:nvGrpSpPr>
        <p:grpSpPr>
          <a:xfrm rot="8267524">
            <a:off x="13367510" y="11244304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AD70CC10-FD2D-15B1-22A2-F362777E25E7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29ED4629-F8E1-4AF9-07F8-5BC79C25C71E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24DB30F3-D1DA-32BD-8ED7-64DC59760070}"/>
              </a:ext>
            </a:extLst>
          </p:cNvPr>
          <p:cNvGrpSpPr/>
          <p:nvPr/>
        </p:nvGrpSpPr>
        <p:grpSpPr>
          <a:xfrm rot="8100000">
            <a:off x="18753793" y="8852503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4A697D6F-64B4-6880-029F-58FF7083519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40F6A4C2-06F5-1AF1-C677-9C2111570F9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82D356AE-E80E-5FA0-0BAD-64CE60F48AA4}"/>
              </a:ext>
            </a:extLst>
          </p:cNvPr>
          <p:cNvGrpSpPr/>
          <p:nvPr/>
        </p:nvGrpSpPr>
        <p:grpSpPr>
          <a:xfrm rot="8100000">
            <a:off x="18591346" y="9014949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00D9F58A-B5FA-8326-896A-3B262E19864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67F83B45-9B3D-8C58-7EAB-F944217AEE8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9C939C22-27D6-2E2D-6CD0-E86DCE635E20}"/>
              </a:ext>
            </a:extLst>
          </p:cNvPr>
          <p:cNvGrpSpPr/>
          <p:nvPr/>
        </p:nvGrpSpPr>
        <p:grpSpPr>
          <a:xfrm rot="8100000">
            <a:off x="18428900" y="9177395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11560132-66EA-143A-A5BB-64A893EB15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15747088-0976-64B8-1A90-8CD72FC1BEE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2542126F-E076-21E8-6B9A-5A147B521B1E}"/>
              </a:ext>
            </a:extLst>
          </p:cNvPr>
          <p:cNvGrpSpPr/>
          <p:nvPr/>
        </p:nvGrpSpPr>
        <p:grpSpPr>
          <a:xfrm rot="8267524">
            <a:off x="17928448" y="9454367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0914274B-3933-5B00-CF34-23B5CE4FB281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439CDA8C-43C5-5C2C-8C39-415A3B4BE904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21FB52A0-738B-A291-3395-8638A5F95495}"/>
              </a:ext>
            </a:extLst>
          </p:cNvPr>
          <p:cNvGrpSpPr/>
          <p:nvPr/>
        </p:nvGrpSpPr>
        <p:grpSpPr>
          <a:xfrm rot="-5400000">
            <a:off x="-935498" y="7502779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E560E39B-BC89-3085-449C-C9384D5CEE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E292331A-4293-6FAD-331B-90E5AC31489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A4CF961B-E918-9C50-67F6-19951AB72D4B}"/>
              </a:ext>
            </a:extLst>
          </p:cNvPr>
          <p:cNvGrpSpPr/>
          <p:nvPr/>
        </p:nvGrpSpPr>
        <p:grpSpPr>
          <a:xfrm rot="-5400000">
            <a:off x="-935498" y="7130687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1330FB47-7B9F-1834-7648-84A4582719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A69A3AE7-BB72-057D-9D5D-04FA02447CC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13CC8282-3E46-3D3C-2D0A-91BE48179E34}"/>
              </a:ext>
            </a:extLst>
          </p:cNvPr>
          <p:cNvGrpSpPr/>
          <p:nvPr/>
        </p:nvGrpSpPr>
        <p:grpSpPr>
          <a:xfrm rot="-5400000">
            <a:off x="-935498" y="6758594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2E8D4C34-6614-86E9-4F14-5F7C2E5A0B4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B3148437-C616-3AB4-516B-3D54714EA4E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66740851-0F4B-7825-D261-BF2F6F7B3D79}"/>
              </a:ext>
            </a:extLst>
          </p:cNvPr>
          <p:cNvGrpSpPr/>
          <p:nvPr/>
        </p:nvGrpSpPr>
        <p:grpSpPr>
          <a:xfrm rot="-5400000">
            <a:off x="188881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EEB7EECF-E195-DA6E-E838-7588890D65D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FB81684B-2B71-0E22-628A-F3248E1D67B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FF786E3E-99EA-D94D-79C4-2A93580796C2}"/>
              </a:ext>
            </a:extLst>
          </p:cNvPr>
          <p:cNvGrpSpPr/>
          <p:nvPr/>
        </p:nvGrpSpPr>
        <p:grpSpPr>
          <a:xfrm rot="-5400000">
            <a:off x="188881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A7D04F6D-9169-D7D5-2675-02838B47FA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823B13EC-4E03-AD5E-BE42-E31848B0854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C97AAA36-8CE1-55BD-E771-993E8E38E8E4}"/>
              </a:ext>
            </a:extLst>
          </p:cNvPr>
          <p:cNvGrpSpPr/>
          <p:nvPr/>
        </p:nvGrpSpPr>
        <p:grpSpPr>
          <a:xfrm rot="-5400000">
            <a:off x="188881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8516BAD6-90FF-2D2F-B0A0-6EC61A2DE0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3CD1F648-B99A-17FD-7E32-10A9C7DF4D9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BA44F01-770B-9DFC-B611-227652257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850" y="1096431"/>
            <a:ext cx="15869137" cy="75338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3">
            <a:extLst>
              <a:ext uri="{FF2B5EF4-FFF2-40B4-BE49-F238E27FC236}">
                <a16:creationId xmlns:a16="http://schemas.microsoft.com/office/drawing/2014/main" id="{FE1F6D94-3DEF-D5A7-12DB-AE790DB8B989}"/>
              </a:ext>
            </a:extLst>
          </p:cNvPr>
          <p:cNvSpPr txBox="1"/>
          <p:nvPr/>
        </p:nvSpPr>
        <p:spPr>
          <a:xfrm>
            <a:off x="6096000" y="507630"/>
            <a:ext cx="6748819" cy="381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  <a:spcBef>
                <a:spcPct val="0"/>
              </a:spcBef>
            </a:pPr>
            <a:r>
              <a:rPr lang="vi-VN" sz="3600" b="1" dirty="0">
                <a:solidFill>
                  <a:srgbClr val="D82D8B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Mẫu Response Create Payment</a:t>
            </a:r>
            <a:endParaRPr lang="en-US" sz="3600" b="1" dirty="0">
              <a:solidFill>
                <a:srgbClr val="D82D8B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</p:spTree>
    <p:extLst>
      <p:ext uri="{BB962C8B-B14F-4D97-AF65-F5344CB8AC3E}">
        <p14:creationId xmlns:p14="http://schemas.microsoft.com/office/powerpoint/2010/main" val="122217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9FF93-6D2B-E7AD-AE4E-68B230A5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FF2B5EF4-FFF2-40B4-BE49-F238E27FC236}">
                <a16:creationId xmlns:a16="http://schemas.microsoft.com/office/drawing/2014/main" id="{070310CE-8486-D058-AD04-715A94E29528}"/>
              </a:ext>
            </a:extLst>
          </p:cNvPr>
          <p:cNvGrpSpPr/>
          <p:nvPr/>
        </p:nvGrpSpPr>
        <p:grpSpPr>
          <a:xfrm rot="8284381">
            <a:off x="-5672661" y="1226931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FC646AAD-EC06-6FA1-547F-769C1894A445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855AA2B1-5F0D-D92B-0204-0D48E79598C6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6919707F-5054-495A-1507-AA2EEA43E6F4}"/>
              </a:ext>
            </a:extLst>
          </p:cNvPr>
          <p:cNvGrpSpPr/>
          <p:nvPr/>
        </p:nvGrpSpPr>
        <p:grpSpPr>
          <a:xfrm rot="-2532475">
            <a:off x="-4939308" y="-3246080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A72E4708-F3C3-4275-C2B8-749FAA0CEB9D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F935AD76-DC15-2809-0F46-10AD6B238A68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3D0B6A86-BF2D-A403-9191-A0BCBC743C59}"/>
              </a:ext>
            </a:extLst>
          </p:cNvPr>
          <p:cNvGrpSpPr/>
          <p:nvPr/>
        </p:nvGrpSpPr>
        <p:grpSpPr>
          <a:xfrm rot="-2700000">
            <a:off x="-1201896" y="1749854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A69AAF97-445A-99ED-9E84-94C39C3E07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9A439A1E-5368-9126-8859-046F210202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6AA936C3-FE50-2BBF-1FE6-ECC0E5D286E9}"/>
              </a:ext>
            </a:extLst>
          </p:cNvPr>
          <p:cNvGrpSpPr/>
          <p:nvPr/>
        </p:nvGrpSpPr>
        <p:grpSpPr>
          <a:xfrm rot="-2700000">
            <a:off x="-989276" y="1537234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3DE5A8D9-FD03-07EC-5C93-58432D74E3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D415C3F7-9C0E-4039-AA55-C0C188A35FA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32B36D5E-F917-7AF0-973C-9576ED7848DD}"/>
              </a:ext>
            </a:extLst>
          </p:cNvPr>
          <p:cNvGrpSpPr/>
          <p:nvPr/>
        </p:nvGrpSpPr>
        <p:grpSpPr>
          <a:xfrm rot="-2700000">
            <a:off x="-776656" y="1324614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4CF8A72A-E30F-B13F-18E7-A84522C6A33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95D5F17A-A731-8CEF-43E5-DA3DC68AEAC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7E57CD53-AFDC-21A6-F85C-D09FD26453A0}"/>
              </a:ext>
            </a:extLst>
          </p:cNvPr>
          <p:cNvGrpSpPr/>
          <p:nvPr/>
        </p:nvGrpSpPr>
        <p:grpSpPr>
          <a:xfrm rot="-2532475">
            <a:off x="-2368645" y="586694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AAE21EEE-337F-D2DA-A765-2758D4FAA0A4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D823C3CB-F262-584E-46C6-5ACC08B3108C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CB700242-7530-6697-44A3-8A72B87EAD63}"/>
              </a:ext>
            </a:extLst>
          </p:cNvPr>
          <p:cNvGrpSpPr/>
          <p:nvPr/>
        </p:nvGrpSpPr>
        <p:grpSpPr>
          <a:xfrm rot="-2515618">
            <a:off x="16999737" y="7787904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F0DAA6E4-175E-FD17-0916-EC37F7DD9DBB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43B05A3B-3A63-7CF0-7FE9-747B6F7AB92B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51089301-FB46-2129-DFA5-B438472AB100}"/>
              </a:ext>
            </a:extLst>
          </p:cNvPr>
          <p:cNvGrpSpPr/>
          <p:nvPr/>
        </p:nvGrpSpPr>
        <p:grpSpPr>
          <a:xfrm rot="8267524">
            <a:off x="13367510" y="11244304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6CB292F1-9FEE-32BA-B338-780173F60431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888856AB-16F6-CD2A-25DA-CD4E1D5F0A50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B2FCCB8C-9D44-A718-265A-A95CBE206E92}"/>
              </a:ext>
            </a:extLst>
          </p:cNvPr>
          <p:cNvGrpSpPr/>
          <p:nvPr/>
        </p:nvGrpSpPr>
        <p:grpSpPr>
          <a:xfrm rot="8100000">
            <a:off x="18753793" y="8852503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92D1EDC9-1AFD-C703-6A1F-6A14F78937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9BB13612-738F-E132-8928-7ADB83396CC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781130F1-A634-4099-8AE6-D84F7056A89C}"/>
              </a:ext>
            </a:extLst>
          </p:cNvPr>
          <p:cNvGrpSpPr/>
          <p:nvPr/>
        </p:nvGrpSpPr>
        <p:grpSpPr>
          <a:xfrm rot="8100000">
            <a:off x="18591346" y="9014949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AB5C4CE1-A405-1844-006A-6BC22E9618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C33E2146-314F-8E5C-B328-721E10F603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69AA26D0-7E40-857D-BD4C-F8FC389FFAB9}"/>
              </a:ext>
            </a:extLst>
          </p:cNvPr>
          <p:cNvGrpSpPr/>
          <p:nvPr/>
        </p:nvGrpSpPr>
        <p:grpSpPr>
          <a:xfrm rot="8100000">
            <a:off x="18428900" y="9177395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001F0D03-3023-D079-0C49-E89B45DA52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A27C1985-B6FC-BB89-DBD7-1842DFEBB31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D666BBD6-9172-86B2-3C25-E17BE69DC9C0}"/>
              </a:ext>
            </a:extLst>
          </p:cNvPr>
          <p:cNvGrpSpPr/>
          <p:nvPr/>
        </p:nvGrpSpPr>
        <p:grpSpPr>
          <a:xfrm rot="8267524">
            <a:off x="17928448" y="9454367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C99F39B0-0481-AA4F-7EE7-CA341695755D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79155DF1-9ECE-16FD-F787-6C93CFA467F6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32B170D1-A990-88C8-D6B7-09A24A530F99}"/>
              </a:ext>
            </a:extLst>
          </p:cNvPr>
          <p:cNvGrpSpPr/>
          <p:nvPr/>
        </p:nvGrpSpPr>
        <p:grpSpPr>
          <a:xfrm rot="-5400000">
            <a:off x="-935498" y="7502779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E61668F8-5816-F718-7821-000C3BBF150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E6D9E811-96ED-1C26-9619-CF0BE0808D3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C9658BB6-B03B-5D01-544A-B316FE148FB6}"/>
              </a:ext>
            </a:extLst>
          </p:cNvPr>
          <p:cNvGrpSpPr/>
          <p:nvPr/>
        </p:nvGrpSpPr>
        <p:grpSpPr>
          <a:xfrm rot="-5400000">
            <a:off x="-935498" y="7130687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B9275E50-9013-C631-054B-6CB5A1F656F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E57F3461-C1C5-B435-430B-1BF31111D1F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15758E44-916C-7E76-CFFB-71E11077EE6A}"/>
              </a:ext>
            </a:extLst>
          </p:cNvPr>
          <p:cNvGrpSpPr/>
          <p:nvPr/>
        </p:nvGrpSpPr>
        <p:grpSpPr>
          <a:xfrm rot="-5400000">
            <a:off x="-935498" y="6758594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FBE2F56F-E5E1-05AF-D022-C85E15D324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36D5F7E8-43FA-F1B2-4954-AFBA7C241FD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0EE420E8-9E1F-4CF3-3AC9-852093E17513}"/>
              </a:ext>
            </a:extLst>
          </p:cNvPr>
          <p:cNvGrpSpPr/>
          <p:nvPr/>
        </p:nvGrpSpPr>
        <p:grpSpPr>
          <a:xfrm rot="-5400000">
            <a:off x="188881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455E13B2-41EF-759C-E86F-E7D73862E00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73D49BCC-F746-BC73-C495-27DD697159B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3CA10875-EBF6-66F9-A047-9E5801D24D91}"/>
              </a:ext>
            </a:extLst>
          </p:cNvPr>
          <p:cNvGrpSpPr/>
          <p:nvPr/>
        </p:nvGrpSpPr>
        <p:grpSpPr>
          <a:xfrm rot="-5400000">
            <a:off x="188881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21B9D265-923C-7A2C-CB80-1BE0031B03B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E43C0DC2-6FCE-C4D1-5B74-8A7564FA377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7EAF39E9-CC98-6C22-06C0-78B476424E9B}"/>
              </a:ext>
            </a:extLst>
          </p:cNvPr>
          <p:cNvGrpSpPr/>
          <p:nvPr/>
        </p:nvGrpSpPr>
        <p:grpSpPr>
          <a:xfrm rot="-5400000">
            <a:off x="188881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E3437D23-D334-C0A6-256F-B9DC4638C8D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52211CE6-FACC-FE21-E3AF-C693EC6BD7C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8DF5939-1E66-8169-4E08-073BC8164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276" y="1029133"/>
            <a:ext cx="15557012" cy="83944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63">
            <a:extLst>
              <a:ext uri="{FF2B5EF4-FFF2-40B4-BE49-F238E27FC236}">
                <a16:creationId xmlns:a16="http://schemas.microsoft.com/office/drawing/2014/main" id="{7335B23F-C5E4-64B6-D3F1-C2ED17E57C9A}"/>
              </a:ext>
            </a:extLst>
          </p:cNvPr>
          <p:cNvSpPr txBox="1"/>
          <p:nvPr/>
        </p:nvSpPr>
        <p:spPr>
          <a:xfrm>
            <a:off x="7217390" y="469530"/>
            <a:ext cx="3853219" cy="381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  <a:spcBef>
                <a:spcPct val="0"/>
              </a:spcBef>
            </a:pPr>
            <a:r>
              <a:rPr lang="vi-VN" sz="3600" b="1" dirty="0">
                <a:solidFill>
                  <a:srgbClr val="D82D8B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Mẫu Request IPN</a:t>
            </a:r>
            <a:endParaRPr lang="en-US" sz="3600" b="1" dirty="0">
              <a:solidFill>
                <a:srgbClr val="D82D8B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</p:spTree>
    <p:extLst>
      <p:ext uri="{BB962C8B-B14F-4D97-AF65-F5344CB8AC3E}">
        <p14:creationId xmlns:p14="http://schemas.microsoft.com/office/powerpoint/2010/main" val="2634589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898D-4396-2238-3D7C-499277AA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FF2B5EF4-FFF2-40B4-BE49-F238E27FC236}">
                <a16:creationId xmlns:a16="http://schemas.microsoft.com/office/drawing/2014/main" id="{3CCC0AD6-B3D4-C139-1438-7AF459B2CEB3}"/>
              </a:ext>
            </a:extLst>
          </p:cNvPr>
          <p:cNvGrpSpPr/>
          <p:nvPr/>
        </p:nvGrpSpPr>
        <p:grpSpPr>
          <a:xfrm rot="8284381">
            <a:off x="-5672661" y="1226931"/>
            <a:ext cx="6958923" cy="2108677"/>
            <a:chOff x="0" y="0"/>
            <a:chExt cx="1341176" cy="4064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74248684-AD72-5926-B1BE-849AD986B03A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396CAE8D-0C5F-718B-B2DC-59CC8AB80BC1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B68B4C25-0A81-3D72-4829-6B49B33A867C}"/>
              </a:ext>
            </a:extLst>
          </p:cNvPr>
          <p:cNvGrpSpPr/>
          <p:nvPr/>
        </p:nvGrpSpPr>
        <p:grpSpPr>
          <a:xfrm rot="-2532475">
            <a:off x="-4939308" y="-3246080"/>
            <a:ext cx="10979658" cy="2057735"/>
            <a:chOff x="0" y="0"/>
            <a:chExt cx="2168468" cy="406400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FFCCE3B7-2A8C-DED1-9529-ECD7AF76D12A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F6B368FB-DA9E-EDEA-A15E-D4F876E0FE43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AD600EC5-3138-9814-E4D2-10596F0F153F}"/>
              </a:ext>
            </a:extLst>
          </p:cNvPr>
          <p:cNvGrpSpPr/>
          <p:nvPr/>
        </p:nvGrpSpPr>
        <p:grpSpPr>
          <a:xfrm rot="-2700000">
            <a:off x="-1201896" y="1749854"/>
            <a:ext cx="192340" cy="192340"/>
            <a:chOff x="0" y="0"/>
            <a:chExt cx="812800" cy="8128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8B998D15-573D-9684-699C-E63BC1E499A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EC7612A0-A2C1-A8DA-2F15-195D3382127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D6BFB97B-5961-F4E5-90F1-24B24FAC6564}"/>
              </a:ext>
            </a:extLst>
          </p:cNvPr>
          <p:cNvGrpSpPr/>
          <p:nvPr/>
        </p:nvGrpSpPr>
        <p:grpSpPr>
          <a:xfrm rot="-2700000">
            <a:off x="-989276" y="1537234"/>
            <a:ext cx="192340" cy="192340"/>
            <a:chOff x="0" y="0"/>
            <a:chExt cx="812800" cy="8128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5C8B9FA5-9E5C-3A8B-2D83-27BAFE9DFB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3B840699-A246-2098-CA85-97F99F6DDB5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171FEB28-D1C1-D978-CEEE-B3771008C037}"/>
              </a:ext>
            </a:extLst>
          </p:cNvPr>
          <p:cNvGrpSpPr/>
          <p:nvPr/>
        </p:nvGrpSpPr>
        <p:grpSpPr>
          <a:xfrm rot="-2700000">
            <a:off x="-776656" y="1324614"/>
            <a:ext cx="192340" cy="192340"/>
            <a:chOff x="0" y="0"/>
            <a:chExt cx="812800" cy="8128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A2D1DAA7-3091-96B4-41EE-F392CBEE8B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C5CEB424-DFA0-0739-4F72-F72BB333C23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A2A1A155-026B-5D8D-CBF9-B8EC44488618}"/>
              </a:ext>
            </a:extLst>
          </p:cNvPr>
          <p:cNvGrpSpPr/>
          <p:nvPr/>
        </p:nvGrpSpPr>
        <p:grpSpPr>
          <a:xfrm rot="-2532475">
            <a:off x="-2368645" y="586694"/>
            <a:ext cx="2439352" cy="567742"/>
            <a:chOff x="0" y="0"/>
            <a:chExt cx="1746131" cy="406400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0DDA17BA-C877-866C-F5D9-1D35C50ADD65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44C8024E-8279-E24A-C40C-1F4F61B0D86D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B1F2CDE9-4008-60E3-999B-1C812576EFE7}"/>
              </a:ext>
            </a:extLst>
          </p:cNvPr>
          <p:cNvGrpSpPr/>
          <p:nvPr/>
        </p:nvGrpSpPr>
        <p:grpSpPr>
          <a:xfrm rot="-2515618">
            <a:off x="16999737" y="7787904"/>
            <a:ext cx="5316770" cy="1611075"/>
            <a:chOff x="0" y="0"/>
            <a:chExt cx="1341176" cy="406400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8B6EB308-8879-15A0-5749-9FEAF591E4DD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94C15E17-11E9-70CB-8D4D-7F60DEAA0DEC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B83A6BEB-4B3A-BFD2-EDA9-AB3607A92AE3}"/>
              </a:ext>
            </a:extLst>
          </p:cNvPr>
          <p:cNvGrpSpPr/>
          <p:nvPr/>
        </p:nvGrpSpPr>
        <p:grpSpPr>
          <a:xfrm rot="8267524">
            <a:off x="13367510" y="11244304"/>
            <a:ext cx="8388700" cy="1572155"/>
            <a:chOff x="0" y="0"/>
            <a:chExt cx="2168468" cy="406400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9A90E342-78B5-6DC7-BFFC-D56D8A084B5E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9B648307-ECB8-C668-AE4B-3D3A11098269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0" name="Group 60">
            <a:extLst>
              <a:ext uri="{FF2B5EF4-FFF2-40B4-BE49-F238E27FC236}">
                <a16:creationId xmlns:a16="http://schemas.microsoft.com/office/drawing/2014/main" id="{2DB779A4-CC3D-E7A7-19EF-7783864F1475}"/>
              </a:ext>
            </a:extLst>
          </p:cNvPr>
          <p:cNvGrpSpPr/>
          <p:nvPr/>
        </p:nvGrpSpPr>
        <p:grpSpPr>
          <a:xfrm rot="8100000">
            <a:off x="18753793" y="8852503"/>
            <a:ext cx="146952" cy="146952"/>
            <a:chOff x="0" y="0"/>
            <a:chExt cx="812800" cy="812800"/>
          </a:xfrm>
        </p:grpSpPr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A3407868-E411-8550-82DB-A5D7C213F93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35F6C522-C83B-4A9D-0A04-8CC8FEA8A72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4773B8C6-9310-7841-7A56-ABED463B8901}"/>
              </a:ext>
            </a:extLst>
          </p:cNvPr>
          <p:cNvGrpSpPr/>
          <p:nvPr/>
        </p:nvGrpSpPr>
        <p:grpSpPr>
          <a:xfrm rot="8100000">
            <a:off x="18591346" y="9014949"/>
            <a:ext cx="146952" cy="146952"/>
            <a:chOff x="0" y="0"/>
            <a:chExt cx="812800" cy="812800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F626C2D6-79A7-55BE-D269-F96B8C0925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FA2D9481-412C-C811-0093-E0F33456C14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6" name="Group 66">
            <a:extLst>
              <a:ext uri="{FF2B5EF4-FFF2-40B4-BE49-F238E27FC236}">
                <a16:creationId xmlns:a16="http://schemas.microsoft.com/office/drawing/2014/main" id="{3B8783DD-7146-6670-D7A6-52D7EA5942FA}"/>
              </a:ext>
            </a:extLst>
          </p:cNvPr>
          <p:cNvGrpSpPr/>
          <p:nvPr/>
        </p:nvGrpSpPr>
        <p:grpSpPr>
          <a:xfrm rot="8100000">
            <a:off x="18428900" y="9177395"/>
            <a:ext cx="146952" cy="146952"/>
            <a:chOff x="0" y="0"/>
            <a:chExt cx="812800" cy="812800"/>
          </a:xfrm>
        </p:grpSpPr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CEB420CD-0743-27ED-44B5-0417524EE2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8" name="TextBox 68">
              <a:extLst>
                <a:ext uri="{FF2B5EF4-FFF2-40B4-BE49-F238E27FC236}">
                  <a16:creationId xmlns:a16="http://schemas.microsoft.com/office/drawing/2014/main" id="{CE4B8B31-B903-10F4-8B6A-34AAF6E750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2224" tIns="32224" rIns="32224" bIns="32224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8709911E-E337-31C7-F0B5-3153DA3237C3}"/>
              </a:ext>
            </a:extLst>
          </p:cNvPr>
          <p:cNvGrpSpPr/>
          <p:nvPr/>
        </p:nvGrpSpPr>
        <p:grpSpPr>
          <a:xfrm rot="8267524">
            <a:off x="17928448" y="9454367"/>
            <a:ext cx="1863719" cy="433768"/>
            <a:chOff x="0" y="0"/>
            <a:chExt cx="1746131" cy="406400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642F2C6A-3B86-1AA8-F82B-A297DEBB9509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85708E30-E676-DD46-A6C0-EFE80707D377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41052" tIns="41052" rIns="41052" bIns="41052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38A6F24B-218F-3CA1-B75E-9CEB021F20E5}"/>
              </a:ext>
            </a:extLst>
          </p:cNvPr>
          <p:cNvGrpSpPr/>
          <p:nvPr/>
        </p:nvGrpSpPr>
        <p:grpSpPr>
          <a:xfrm rot="-5400000">
            <a:off x="-935498" y="7502779"/>
            <a:ext cx="238014" cy="238014"/>
            <a:chOff x="0" y="0"/>
            <a:chExt cx="812800" cy="812800"/>
          </a:xfrm>
        </p:grpSpPr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34F7D186-2218-161C-9CD7-41044494C9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4" name="TextBox 74">
              <a:extLst>
                <a:ext uri="{FF2B5EF4-FFF2-40B4-BE49-F238E27FC236}">
                  <a16:creationId xmlns:a16="http://schemas.microsoft.com/office/drawing/2014/main" id="{F60DCE73-9247-957C-CCDB-911B95516BF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94C1553C-AE08-C12B-E0B7-903E15A2D49F}"/>
              </a:ext>
            </a:extLst>
          </p:cNvPr>
          <p:cNvGrpSpPr/>
          <p:nvPr/>
        </p:nvGrpSpPr>
        <p:grpSpPr>
          <a:xfrm rot="-5400000">
            <a:off x="-935498" y="7130687"/>
            <a:ext cx="238014" cy="238014"/>
            <a:chOff x="0" y="0"/>
            <a:chExt cx="812800" cy="81280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D384A462-CCED-AAFB-6841-D15E2742BF8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8338B880-AA7D-0DEC-4C73-E5C60DFE797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78" name="Group 78">
            <a:extLst>
              <a:ext uri="{FF2B5EF4-FFF2-40B4-BE49-F238E27FC236}">
                <a16:creationId xmlns:a16="http://schemas.microsoft.com/office/drawing/2014/main" id="{3F72DBC0-38AE-E307-DF7F-922F720A32D0}"/>
              </a:ext>
            </a:extLst>
          </p:cNvPr>
          <p:cNvGrpSpPr/>
          <p:nvPr/>
        </p:nvGrpSpPr>
        <p:grpSpPr>
          <a:xfrm rot="-5400000">
            <a:off x="-935498" y="6758594"/>
            <a:ext cx="238014" cy="238014"/>
            <a:chOff x="0" y="0"/>
            <a:chExt cx="812800" cy="812800"/>
          </a:xfrm>
        </p:grpSpPr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1698A1C9-6BC1-D12A-AD11-BF860A8F23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0" name="TextBox 80">
              <a:extLst>
                <a:ext uri="{FF2B5EF4-FFF2-40B4-BE49-F238E27FC236}">
                  <a16:creationId xmlns:a16="http://schemas.microsoft.com/office/drawing/2014/main" id="{F17B5A69-1190-FF2B-F164-5F6EC09EE51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1" name="Group 81">
            <a:extLst>
              <a:ext uri="{FF2B5EF4-FFF2-40B4-BE49-F238E27FC236}">
                <a16:creationId xmlns:a16="http://schemas.microsoft.com/office/drawing/2014/main" id="{ADD5684B-BA41-0456-DD23-38965EB85FC3}"/>
              </a:ext>
            </a:extLst>
          </p:cNvPr>
          <p:cNvGrpSpPr/>
          <p:nvPr/>
        </p:nvGrpSpPr>
        <p:grpSpPr>
          <a:xfrm rot="-5400000">
            <a:off x="18888186" y="1773318"/>
            <a:ext cx="238014" cy="238014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7B89892D-26D4-9EB4-0D65-0519D85E770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DE954E07-2452-1E3E-5524-B2B72C2B6A2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F5761C0B-8857-B0BC-A1FC-D6112ED0FE13}"/>
              </a:ext>
            </a:extLst>
          </p:cNvPr>
          <p:cNvGrpSpPr/>
          <p:nvPr/>
        </p:nvGrpSpPr>
        <p:grpSpPr>
          <a:xfrm rot="-5400000">
            <a:off x="18888186" y="1401226"/>
            <a:ext cx="238014" cy="238014"/>
            <a:chOff x="0" y="0"/>
            <a:chExt cx="812800" cy="812800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93E5D489-3518-BFBC-DFCF-91D1D90E77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0EE0A53A-DCB4-E5E4-E6EA-2F7BE73E0D2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87" name="Group 87">
            <a:extLst>
              <a:ext uri="{FF2B5EF4-FFF2-40B4-BE49-F238E27FC236}">
                <a16:creationId xmlns:a16="http://schemas.microsoft.com/office/drawing/2014/main" id="{6E4329A5-B8F2-9D04-8C1C-3CE542AF248B}"/>
              </a:ext>
            </a:extLst>
          </p:cNvPr>
          <p:cNvGrpSpPr/>
          <p:nvPr/>
        </p:nvGrpSpPr>
        <p:grpSpPr>
          <a:xfrm rot="-5400000">
            <a:off x="18888186" y="1029133"/>
            <a:ext cx="238014" cy="238014"/>
            <a:chOff x="0" y="0"/>
            <a:chExt cx="812800" cy="812800"/>
          </a:xfrm>
        </p:grpSpPr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D271DDE9-9C2D-8840-5492-614996583A5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CE3C0E6F-0086-AE18-670D-47916111B45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6" name="TextBox 63">
            <a:extLst>
              <a:ext uri="{FF2B5EF4-FFF2-40B4-BE49-F238E27FC236}">
                <a16:creationId xmlns:a16="http://schemas.microsoft.com/office/drawing/2014/main" id="{9349A951-A821-09FA-D232-F4970E5DB431}"/>
              </a:ext>
            </a:extLst>
          </p:cNvPr>
          <p:cNvSpPr txBox="1"/>
          <p:nvPr/>
        </p:nvSpPr>
        <p:spPr>
          <a:xfrm>
            <a:off x="7217390" y="469530"/>
            <a:ext cx="3853219" cy="381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  <a:spcBef>
                <a:spcPct val="0"/>
              </a:spcBef>
            </a:pPr>
            <a:r>
              <a:rPr lang="vi-VN" sz="3600" b="1" dirty="0">
                <a:solidFill>
                  <a:srgbClr val="D82D8B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Mẫu Request IPN</a:t>
            </a:r>
            <a:endParaRPr lang="en-US" sz="3600" b="1" dirty="0">
              <a:solidFill>
                <a:srgbClr val="D82D8B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DF9569-1AE5-2B8C-AF8F-BF3E0803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235" y="3328832"/>
            <a:ext cx="15407809" cy="323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80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1B4E37E-82ED-A2B3-5C2D-431ADDEC3CE2}"/>
              </a:ext>
            </a:extLst>
          </p:cNvPr>
          <p:cNvSpPr/>
          <p:nvPr/>
        </p:nvSpPr>
        <p:spPr>
          <a:xfrm>
            <a:off x="10364266" y="3484392"/>
            <a:ext cx="5795553" cy="4501104"/>
          </a:xfrm>
          <a:prstGeom prst="roundRect">
            <a:avLst/>
          </a:prstGeom>
          <a:solidFill>
            <a:schemeClr val="bg1"/>
          </a:solidFill>
          <a:ln>
            <a:solidFill>
              <a:srgbClr val="D82D8B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1657751">
            <a:off x="14593687" y="1232634"/>
            <a:ext cx="10970501" cy="3324256"/>
            <a:chOff x="0" y="0"/>
            <a:chExt cx="1341176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 rot="-1613463">
            <a:off x="-3232659" y="-1602812"/>
            <a:ext cx="12505522" cy="4661149"/>
          </a:xfrm>
          <a:custGeom>
            <a:avLst/>
            <a:gdLst/>
            <a:ahLst/>
            <a:cxnLst/>
            <a:rect l="l" t="t" r="r" b="b"/>
            <a:pathLst>
              <a:path w="12505522" h="4661149">
                <a:moveTo>
                  <a:pt x="0" y="0"/>
                </a:moveTo>
                <a:lnTo>
                  <a:pt x="12505522" y="0"/>
                </a:lnTo>
                <a:lnTo>
                  <a:pt x="12505522" y="4661149"/>
                </a:lnTo>
                <a:lnTo>
                  <a:pt x="0" y="4661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 rot="1733855">
            <a:off x="10309947" y="-1979318"/>
            <a:ext cx="7257962" cy="1297936"/>
            <a:chOff x="0" y="0"/>
            <a:chExt cx="2272559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2559" cy="406400"/>
            </a:xfrm>
            <a:custGeom>
              <a:avLst/>
              <a:gdLst/>
              <a:ahLst/>
              <a:cxnLst/>
              <a:rect l="l" t="t" r="r" b="b"/>
              <a:pathLst>
                <a:path w="2272559" h="406400">
                  <a:moveTo>
                    <a:pt x="2069359" y="0"/>
                  </a:moveTo>
                  <a:cubicBezTo>
                    <a:pt x="2181583" y="0"/>
                    <a:pt x="2272559" y="90976"/>
                    <a:pt x="2272559" y="203200"/>
                  </a:cubicBezTo>
                  <a:cubicBezTo>
                    <a:pt x="2272559" y="315424"/>
                    <a:pt x="2181583" y="406400"/>
                    <a:pt x="20693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725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9159104">
            <a:off x="15497311" y="1681533"/>
            <a:ext cx="3845554" cy="895026"/>
            <a:chOff x="0" y="0"/>
            <a:chExt cx="1746131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-9159104">
            <a:off x="13026182" y="-1187"/>
            <a:ext cx="2662587" cy="619699"/>
            <a:chOff x="0" y="0"/>
            <a:chExt cx="1746131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-9036676">
            <a:off x="14200344" y="-1219502"/>
            <a:ext cx="303218" cy="303218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-9036676">
            <a:off x="13787319" y="-1452122"/>
            <a:ext cx="303218" cy="303218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-9036676">
            <a:off x="13374294" y="-1684743"/>
            <a:ext cx="303218" cy="303218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F22A371-E1AC-35A8-56DA-FB3E0F5043D8}"/>
              </a:ext>
            </a:extLst>
          </p:cNvPr>
          <p:cNvGrpSpPr/>
          <p:nvPr/>
        </p:nvGrpSpPr>
        <p:grpSpPr>
          <a:xfrm>
            <a:off x="7307946" y="137650"/>
            <a:ext cx="2843554" cy="2325111"/>
            <a:chOff x="7701353" y="1159946"/>
            <a:chExt cx="2843554" cy="2325111"/>
          </a:xfrm>
        </p:grpSpPr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35772228-ABB2-DFC7-DC1B-1AF2577353FA}"/>
                </a:ext>
              </a:extLst>
            </p:cNvPr>
            <p:cNvSpPr/>
            <p:nvPr/>
          </p:nvSpPr>
          <p:spPr>
            <a:xfrm>
              <a:off x="7976204" y="1159946"/>
              <a:ext cx="2325111" cy="2325111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 anchor="ctr"/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SF Pro Display" panose="00000500000000000000" pitchFamily="50" charset="0"/>
                </a:rPr>
                <a:t>!</a:t>
              </a:r>
            </a:p>
          </p:txBody>
        </p:sp>
        <p:sp>
          <p:nvSpPr>
            <p:cNvPr id="59" name="TextBox 25">
              <a:extLst>
                <a:ext uri="{FF2B5EF4-FFF2-40B4-BE49-F238E27FC236}">
                  <a16:creationId xmlns:a16="http://schemas.microsoft.com/office/drawing/2014/main" id="{DF495A8F-7551-70F2-6A23-8A4E42558D51}"/>
                </a:ext>
              </a:extLst>
            </p:cNvPr>
            <p:cNvSpPr txBox="1"/>
            <p:nvPr/>
          </p:nvSpPr>
          <p:spPr>
            <a:xfrm>
              <a:off x="8194183" y="1268936"/>
              <a:ext cx="1889153" cy="1998142"/>
            </a:xfrm>
            <a:prstGeom prst="rect">
              <a:avLst/>
            </a:prstGeom>
          </p:spPr>
          <p:txBody>
            <a:bodyPr lIns="23048" tIns="23048" rIns="23048" bIns="23048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  <p:sp>
          <p:nvSpPr>
            <p:cNvPr id="60" name="AutoShape 26">
              <a:extLst>
                <a:ext uri="{FF2B5EF4-FFF2-40B4-BE49-F238E27FC236}">
                  <a16:creationId xmlns:a16="http://schemas.microsoft.com/office/drawing/2014/main" id="{071CD611-CF14-6A14-F8DD-8ECDD62EB5EA}"/>
                </a:ext>
              </a:extLst>
            </p:cNvPr>
            <p:cNvSpPr/>
            <p:nvPr/>
          </p:nvSpPr>
          <p:spPr>
            <a:xfrm>
              <a:off x="7701353" y="3051165"/>
              <a:ext cx="2843554" cy="0"/>
            </a:xfrm>
            <a:prstGeom prst="line">
              <a:avLst/>
            </a:prstGeom>
            <a:ln w="47625" cap="flat">
              <a:gradFill>
                <a:gsLst>
                  <a:gs pos="0">
                    <a:srgbClr val="CF428E">
                      <a:alpha val="100000"/>
                    </a:srgbClr>
                  </a:gs>
                  <a:gs pos="100000">
                    <a:srgbClr val="610876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4D6795AA-F76C-45E7-3E4B-1FB23B5FDF37}"/>
                </a:ext>
              </a:extLst>
            </p:cNvPr>
            <p:cNvSpPr/>
            <p:nvPr/>
          </p:nvSpPr>
          <p:spPr>
            <a:xfrm>
              <a:off x="8428191" y="1452553"/>
              <a:ext cx="1456355" cy="1380632"/>
            </a:xfrm>
            <a:prstGeom prst="triangl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C27AA24-9ABC-22F0-3A0A-5DF461B5A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276" y="11837634"/>
            <a:ext cx="15557012" cy="8394483"/>
          </a:xfrm>
          <a:prstGeom prst="rect">
            <a:avLst/>
          </a:prstGeom>
        </p:spPr>
      </p:pic>
      <p:sp>
        <p:nvSpPr>
          <p:cNvPr id="3" name="TextBox 63">
            <a:extLst>
              <a:ext uri="{FF2B5EF4-FFF2-40B4-BE49-F238E27FC236}">
                <a16:creationId xmlns:a16="http://schemas.microsoft.com/office/drawing/2014/main" id="{D4A5039A-8402-58D6-2474-62B0B10F5FF3}"/>
              </a:ext>
            </a:extLst>
          </p:cNvPr>
          <p:cNvSpPr txBox="1"/>
          <p:nvPr/>
        </p:nvSpPr>
        <p:spPr>
          <a:xfrm>
            <a:off x="7217390" y="11278031"/>
            <a:ext cx="3853219" cy="381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  <a:spcBef>
                <a:spcPct val="0"/>
              </a:spcBef>
            </a:pPr>
            <a:r>
              <a:rPr lang="vi-VN" sz="3600" b="1" dirty="0">
                <a:solidFill>
                  <a:srgbClr val="D82D8B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Mẫu Request IPN</a:t>
            </a:r>
            <a:endParaRPr lang="en-US" sz="3600" b="1" dirty="0">
              <a:solidFill>
                <a:srgbClr val="D82D8B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E0613E4-C004-0DB4-4A52-F20CB29EBA87}"/>
              </a:ext>
            </a:extLst>
          </p:cNvPr>
          <p:cNvSpPr/>
          <p:nvPr/>
        </p:nvSpPr>
        <p:spPr>
          <a:xfrm>
            <a:off x="11514222" y="5091780"/>
            <a:ext cx="3913238" cy="1849367"/>
          </a:xfrm>
          <a:prstGeom prst="roundRect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green and black logo&#10;&#10;Description automatically generated">
            <a:extLst>
              <a:ext uri="{FF2B5EF4-FFF2-40B4-BE49-F238E27FC236}">
                <a16:creationId xmlns:a16="http://schemas.microsoft.com/office/drawing/2014/main" id="{96D7F83E-9C28-1DED-1169-B3C2B36986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8452" y="5374673"/>
            <a:ext cx="3124777" cy="1191154"/>
          </a:xfrm>
          <a:prstGeom prst="rect">
            <a:avLst/>
          </a:prstGeom>
        </p:spPr>
      </p:pic>
      <p:sp>
        <p:nvSpPr>
          <p:cNvPr id="23" name="Freeform 46">
            <a:extLst>
              <a:ext uri="{FF2B5EF4-FFF2-40B4-BE49-F238E27FC236}">
                <a16:creationId xmlns:a16="http://schemas.microsoft.com/office/drawing/2014/main" id="{F03041D6-3C29-B49A-6070-374F56DBD71A}"/>
              </a:ext>
            </a:extLst>
          </p:cNvPr>
          <p:cNvSpPr/>
          <p:nvPr/>
        </p:nvSpPr>
        <p:spPr>
          <a:xfrm>
            <a:off x="10833252" y="4615031"/>
            <a:ext cx="2288679" cy="80096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vi-VN" sz="2400" b="1" dirty="0">
                <a:solidFill>
                  <a:schemeClr val="bg1"/>
                </a:solidFill>
                <a:latin typeface="SF Pro Display" panose="00000500000000000000" pitchFamily="50" charset="0"/>
              </a:rPr>
              <a:t>Server / REST APIs</a:t>
            </a:r>
            <a:endParaRPr lang="en-US" sz="2400" b="1" dirty="0">
              <a:solidFill>
                <a:schemeClr val="bg1"/>
              </a:solidFill>
              <a:latin typeface="SF Pro Display" panose="00000500000000000000" pitchFamily="50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C1887A-D5BE-110C-50E1-B582AA16602C}"/>
              </a:ext>
            </a:extLst>
          </p:cNvPr>
          <p:cNvSpPr/>
          <p:nvPr/>
        </p:nvSpPr>
        <p:spPr>
          <a:xfrm>
            <a:off x="2982257" y="4167556"/>
            <a:ext cx="3175988" cy="3075784"/>
          </a:xfrm>
          <a:prstGeom prst="roundRect">
            <a:avLst/>
          </a:prstGeom>
          <a:ln>
            <a:solidFill>
              <a:srgbClr val="D82D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Picture 24" descr="A purple square with white text&#10;&#10;Description automatically generated">
            <a:extLst>
              <a:ext uri="{FF2B5EF4-FFF2-40B4-BE49-F238E27FC236}">
                <a16:creationId xmlns:a16="http://schemas.microsoft.com/office/drawing/2014/main" id="{8D6E936C-AF14-644C-4303-B63E12536E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784" y="4546597"/>
            <a:ext cx="2305050" cy="2305050"/>
          </a:xfrm>
          <a:prstGeom prst="rect">
            <a:avLst/>
          </a:prstGeom>
        </p:spPr>
      </p:pic>
      <p:sp>
        <p:nvSpPr>
          <p:cNvPr id="26" name="Freeform 46">
            <a:extLst>
              <a:ext uri="{FF2B5EF4-FFF2-40B4-BE49-F238E27FC236}">
                <a16:creationId xmlns:a16="http://schemas.microsoft.com/office/drawing/2014/main" id="{10A3CF29-E8C5-896C-2A26-CB9C580FE8C2}"/>
              </a:ext>
            </a:extLst>
          </p:cNvPr>
          <p:cNvSpPr/>
          <p:nvPr/>
        </p:nvSpPr>
        <p:spPr>
          <a:xfrm>
            <a:off x="2346781" y="3663473"/>
            <a:ext cx="2288679" cy="808883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External Payment Service</a:t>
            </a:r>
            <a:endParaRPr lang="en-US" sz="2400" b="1" dirty="0">
              <a:solidFill>
                <a:schemeClr val="bg1"/>
              </a:solidFill>
              <a:latin typeface="SF Pro Display" panose="00000500000000000000" pitchFamily="50" charset="0"/>
            </a:endParaRPr>
          </a:p>
        </p:txBody>
      </p:sp>
      <p:sp>
        <p:nvSpPr>
          <p:cNvPr id="28" name="Freeform 46">
            <a:extLst>
              <a:ext uri="{FF2B5EF4-FFF2-40B4-BE49-F238E27FC236}">
                <a16:creationId xmlns:a16="http://schemas.microsoft.com/office/drawing/2014/main" id="{F2D5CFF4-831F-B359-E4E8-B5CAB5D570EC}"/>
              </a:ext>
            </a:extLst>
          </p:cNvPr>
          <p:cNvSpPr/>
          <p:nvPr/>
        </p:nvSpPr>
        <p:spPr>
          <a:xfrm>
            <a:off x="6497262" y="5580623"/>
            <a:ext cx="3411102" cy="325579"/>
          </a:xfrm>
          <a:prstGeom prst="rightArrow">
            <a:avLst/>
          </a:pr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pic>
        <p:nvPicPr>
          <p:cNvPr id="32" name="Graphic 31" descr="Close with solid fill">
            <a:extLst>
              <a:ext uri="{FF2B5EF4-FFF2-40B4-BE49-F238E27FC236}">
                <a16:creationId xmlns:a16="http://schemas.microsoft.com/office/drawing/2014/main" id="{14FF4A34-51F8-4E22-E43C-1991E1C535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0620" y="5303640"/>
            <a:ext cx="914400" cy="914400"/>
          </a:xfrm>
          <a:prstGeom prst="rect">
            <a:avLst/>
          </a:prstGeom>
        </p:spPr>
      </p:pic>
      <p:sp>
        <p:nvSpPr>
          <p:cNvPr id="33" name="TextBox 63">
            <a:extLst>
              <a:ext uri="{FF2B5EF4-FFF2-40B4-BE49-F238E27FC236}">
                <a16:creationId xmlns:a16="http://schemas.microsoft.com/office/drawing/2014/main" id="{DCEFB06B-9F0A-12DD-740C-806F47DEFF1C}"/>
              </a:ext>
            </a:extLst>
          </p:cNvPr>
          <p:cNvSpPr txBox="1"/>
          <p:nvPr/>
        </p:nvSpPr>
        <p:spPr>
          <a:xfrm>
            <a:off x="7294543" y="4926016"/>
            <a:ext cx="1743278" cy="356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vi-VN" sz="2800" b="1" dirty="0">
                <a:solidFill>
                  <a:srgbClr val="000000"/>
                </a:solidFill>
                <a:latin typeface="SF Pro Display" panose="00000500000000000000" pitchFamily="50" charset="0"/>
                <a:ea typeface="Prompt"/>
                <a:cs typeface="Prompt"/>
                <a:sym typeface="Prompt"/>
              </a:rPr>
              <a:t>HTTP req</a:t>
            </a:r>
            <a:endParaRPr lang="en-US" sz="2800" b="1" dirty="0">
              <a:solidFill>
                <a:srgbClr val="000000"/>
              </a:solidFill>
              <a:latin typeface="SF Pro Display" panose="00000500000000000000" pitchFamily="50" charset="0"/>
              <a:ea typeface="Prompt"/>
              <a:cs typeface="Prompt"/>
              <a:sym typeface="Prompt"/>
            </a:endParaRPr>
          </a:p>
        </p:txBody>
      </p:sp>
      <p:sp>
        <p:nvSpPr>
          <p:cNvPr id="35" name="Freeform 46">
            <a:extLst>
              <a:ext uri="{FF2B5EF4-FFF2-40B4-BE49-F238E27FC236}">
                <a16:creationId xmlns:a16="http://schemas.microsoft.com/office/drawing/2014/main" id="{BB890849-6CD5-F18C-AE6F-D8A46BEF3EF4}"/>
              </a:ext>
            </a:extLst>
          </p:cNvPr>
          <p:cNvSpPr/>
          <p:nvPr/>
        </p:nvSpPr>
        <p:spPr>
          <a:xfrm>
            <a:off x="9869864" y="3068122"/>
            <a:ext cx="2288679" cy="800960"/>
          </a:xfrm>
          <a:custGeom>
            <a:avLst/>
            <a:gdLst/>
            <a:ahLst/>
            <a:cxnLst/>
            <a:rect l="l" t="t" r="r" b="b"/>
            <a:pathLst>
              <a:path w="1919419" h="474203">
                <a:moveTo>
                  <a:pt x="33425" y="0"/>
                </a:moveTo>
                <a:lnTo>
                  <a:pt x="1885994" y="0"/>
                </a:lnTo>
                <a:cubicBezTo>
                  <a:pt x="1904454" y="0"/>
                  <a:pt x="1919419" y="14965"/>
                  <a:pt x="1919419" y="33425"/>
                </a:cubicBezTo>
                <a:lnTo>
                  <a:pt x="1919419" y="440778"/>
                </a:lnTo>
                <a:cubicBezTo>
                  <a:pt x="1919419" y="459239"/>
                  <a:pt x="1904454" y="474203"/>
                  <a:pt x="1885994" y="474203"/>
                </a:cubicBezTo>
                <a:lnTo>
                  <a:pt x="33425" y="474203"/>
                </a:lnTo>
                <a:cubicBezTo>
                  <a:pt x="14965" y="474203"/>
                  <a:pt x="0" y="459239"/>
                  <a:pt x="0" y="440778"/>
                </a:cubicBezTo>
                <a:lnTo>
                  <a:pt x="0" y="33425"/>
                </a:lnTo>
                <a:cubicBezTo>
                  <a:pt x="0" y="14965"/>
                  <a:pt x="14965" y="0"/>
                  <a:pt x="33425" y="0"/>
                </a:cubicBezTo>
                <a:close/>
              </a:path>
            </a:pathLst>
          </a:custGeom>
          <a:gradFill rotWithShape="1">
            <a:gsLst>
              <a:gs pos="0">
                <a:srgbClr val="CF428E">
                  <a:alpha val="100000"/>
                </a:srgbClr>
              </a:gs>
              <a:gs pos="100000">
                <a:srgbClr val="610876">
                  <a:alpha val="100000"/>
                </a:srgbClr>
              </a:gs>
            </a:gsLst>
            <a:lin ang="0"/>
          </a:gra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vi-VN" sz="2400" b="1" dirty="0">
                <a:solidFill>
                  <a:schemeClr val="bg1"/>
                </a:solidFill>
                <a:latin typeface="SF Pro Display" panose="00000500000000000000" pitchFamily="50" charset="0"/>
              </a:rPr>
              <a:t>Localhost</a:t>
            </a:r>
            <a:endParaRPr lang="en-US" sz="2400" b="1" dirty="0">
              <a:solidFill>
                <a:schemeClr val="bg1"/>
              </a:solidFill>
              <a:latin typeface="SF Pro Display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9545-4F04-A74E-63BC-F07ECEE54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E69771C-CC5C-450D-9BCD-432F7FBB4205}"/>
              </a:ext>
            </a:extLst>
          </p:cNvPr>
          <p:cNvSpPr/>
          <p:nvPr/>
        </p:nvSpPr>
        <p:spPr>
          <a:xfrm rot="2128888" flipH="1">
            <a:off x="5888014" y="-845335"/>
            <a:ext cx="12505522" cy="4661149"/>
          </a:xfrm>
          <a:custGeom>
            <a:avLst/>
            <a:gdLst/>
            <a:ahLst/>
            <a:cxnLst/>
            <a:rect l="l" t="t" r="r" b="b"/>
            <a:pathLst>
              <a:path w="12505522" h="4661149">
                <a:moveTo>
                  <a:pt x="12505522" y="0"/>
                </a:moveTo>
                <a:lnTo>
                  <a:pt x="0" y="0"/>
                </a:lnTo>
                <a:lnTo>
                  <a:pt x="0" y="4661149"/>
                </a:lnTo>
                <a:lnTo>
                  <a:pt x="12505522" y="4661149"/>
                </a:lnTo>
                <a:lnTo>
                  <a:pt x="12505522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6A10600-0388-EEEE-DE75-F787EBDA75C0}"/>
              </a:ext>
            </a:extLst>
          </p:cNvPr>
          <p:cNvSpPr/>
          <p:nvPr/>
        </p:nvSpPr>
        <p:spPr>
          <a:xfrm>
            <a:off x="1079784" y="526450"/>
            <a:ext cx="3014123" cy="220644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8CF1D10-2BB2-7A66-459D-C9B4648611EC}"/>
              </a:ext>
            </a:extLst>
          </p:cNvPr>
          <p:cNvGrpSpPr/>
          <p:nvPr/>
        </p:nvGrpSpPr>
        <p:grpSpPr>
          <a:xfrm rot="7460911">
            <a:off x="-1458614" y="5196026"/>
            <a:ext cx="5758275" cy="1744859"/>
            <a:chOff x="0" y="0"/>
            <a:chExt cx="1341176" cy="4064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0024BD9-6B35-7E20-E77E-B3FC10CB4CDF}"/>
                </a:ext>
              </a:extLst>
            </p:cNvPr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B7A67CD-4384-5C98-D9F8-FE66822F3B23}"/>
                </a:ext>
              </a:extLst>
            </p:cNvPr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D9EA60E-5502-490E-66FA-E0B703B13CE0}"/>
              </a:ext>
            </a:extLst>
          </p:cNvPr>
          <p:cNvGrpSpPr/>
          <p:nvPr/>
        </p:nvGrpSpPr>
        <p:grpSpPr>
          <a:xfrm rot="18244055">
            <a:off x="-1799752" y="1062395"/>
            <a:ext cx="9085298" cy="1702706"/>
            <a:chOff x="0" y="0"/>
            <a:chExt cx="2168468" cy="4064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58D909-6A9D-ECA5-3387-7829F5E41B86}"/>
                </a:ext>
              </a:extLst>
            </p:cNvPr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E471460-7D6B-3D02-3AF0-59D84E0FC56C}"/>
                </a:ext>
              </a:extLst>
            </p:cNvPr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6BFCD2-5BD4-C4DC-9C11-D7114F8801D6}"/>
              </a:ext>
            </a:extLst>
          </p:cNvPr>
          <p:cNvGrpSpPr/>
          <p:nvPr/>
        </p:nvGrpSpPr>
        <p:grpSpPr>
          <a:xfrm rot="18076530">
            <a:off x="2129653" y="5425519"/>
            <a:ext cx="159155" cy="159155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2B7C866-D82F-DD59-B9A7-C61697AC06C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757135A-33D9-0B6E-BED1-F5FFF7E3EDA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423F893-9487-7E77-2BAF-C4ED7A839291}"/>
              </a:ext>
            </a:extLst>
          </p:cNvPr>
          <p:cNvGrpSpPr/>
          <p:nvPr/>
        </p:nvGrpSpPr>
        <p:grpSpPr>
          <a:xfrm rot="18076530">
            <a:off x="2258824" y="5212864"/>
            <a:ext cx="159155" cy="159155"/>
            <a:chOff x="0" y="0"/>
            <a:chExt cx="812800" cy="8128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D8A90D8-A417-5BD4-9B43-5155C27CB73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C88387A-4645-092D-07F1-5BCC3F0ADC5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6E47D65-0B0E-DA1F-B4B2-14BFB792071A}"/>
              </a:ext>
            </a:extLst>
          </p:cNvPr>
          <p:cNvGrpSpPr/>
          <p:nvPr/>
        </p:nvGrpSpPr>
        <p:grpSpPr>
          <a:xfrm rot="18076530">
            <a:off x="2387996" y="5000210"/>
            <a:ext cx="159155" cy="159155"/>
            <a:chOff x="0" y="0"/>
            <a:chExt cx="812800" cy="8128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D0C1FE6-0A18-824C-1CFF-FB5DCF70E6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13E3DCD-9194-7A52-9CF9-62B81C9C59B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C8E5971-4097-A3A5-1DDA-AB17B3711290}"/>
              </a:ext>
            </a:extLst>
          </p:cNvPr>
          <p:cNvGrpSpPr/>
          <p:nvPr/>
        </p:nvGrpSpPr>
        <p:grpSpPr>
          <a:xfrm rot="18082509">
            <a:off x="3970821" y="-115020"/>
            <a:ext cx="159155" cy="159155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C40AF68-FD95-6FF3-B16B-057E88156F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74D2BD6E-4B5B-94BA-23E1-7C8E0BE109B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7D997D-D40E-EEC6-7649-9349FEAADCEF}"/>
              </a:ext>
            </a:extLst>
          </p:cNvPr>
          <p:cNvGrpSpPr/>
          <p:nvPr/>
        </p:nvGrpSpPr>
        <p:grpSpPr>
          <a:xfrm rot="18082509">
            <a:off x="4100361" y="-327449"/>
            <a:ext cx="159155" cy="159155"/>
            <a:chOff x="0" y="0"/>
            <a:chExt cx="812800" cy="81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3D8F11B-E530-B3B5-A6CF-D0CE164C2D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B37DDF-6F98-F9DF-199E-E2043F85B54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F24BBC7-B3B4-0F83-3500-D843CE78C1D7}"/>
              </a:ext>
            </a:extLst>
          </p:cNvPr>
          <p:cNvGrpSpPr/>
          <p:nvPr/>
        </p:nvGrpSpPr>
        <p:grpSpPr>
          <a:xfrm rot="18082509">
            <a:off x="4229902" y="-539878"/>
            <a:ext cx="159155" cy="159155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A6BA1C4-B3E9-4280-3779-6792D2BD2C3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D253D70A-09F5-FBAA-A2EC-5969A78CCC7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6E5F7FF7-0C7E-5342-284D-4BC34BCA721B}"/>
              </a:ext>
            </a:extLst>
          </p:cNvPr>
          <p:cNvGrpSpPr/>
          <p:nvPr/>
        </p:nvGrpSpPr>
        <p:grpSpPr>
          <a:xfrm rot="18244055">
            <a:off x="973728" y="4494578"/>
            <a:ext cx="2018482" cy="469788"/>
            <a:chOff x="0" y="0"/>
            <a:chExt cx="1746131" cy="4064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0B512C-DD14-C1D7-87FE-9A2AA26A3272}"/>
                </a:ext>
              </a:extLst>
            </p:cNvPr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EC960500-71D0-9B27-4562-D1C3123C6F6D}"/>
                </a:ext>
              </a:extLst>
            </p:cNvPr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F0EE2835-03D9-7311-D520-F4B2813BDCCD}"/>
              </a:ext>
            </a:extLst>
          </p:cNvPr>
          <p:cNvGrpSpPr/>
          <p:nvPr/>
        </p:nvGrpSpPr>
        <p:grpSpPr>
          <a:xfrm rot="18244055">
            <a:off x="3805596" y="563914"/>
            <a:ext cx="2587020" cy="469788"/>
            <a:chOff x="0" y="0"/>
            <a:chExt cx="2237958" cy="4064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1C472F13-8831-425E-52B2-C1237CA8FCBE}"/>
                </a:ext>
              </a:extLst>
            </p:cNvPr>
            <p:cNvSpPr/>
            <p:nvPr/>
          </p:nvSpPr>
          <p:spPr>
            <a:xfrm>
              <a:off x="0" y="0"/>
              <a:ext cx="2237958" cy="406400"/>
            </a:xfrm>
            <a:custGeom>
              <a:avLst/>
              <a:gdLst/>
              <a:ahLst/>
              <a:cxnLst/>
              <a:rect l="l" t="t" r="r" b="b"/>
              <a:pathLst>
                <a:path w="2237958" h="406400">
                  <a:moveTo>
                    <a:pt x="2034758" y="0"/>
                  </a:moveTo>
                  <a:cubicBezTo>
                    <a:pt x="2146982" y="0"/>
                    <a:pt x="2237958" y="90976"/>
                    <a:pt x="2237958" y="203200"/>
                  </a:cubicBezTo>
                  <a:cubicBezTo>
                    <a:pt x="2237958" y="315424"/>
                    <a:pt x="2146982" y="406400"/>
                    <a:pt x="20347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DB753894-AAE9-A6C4-1F00-49A39C08A4B1}"/>
                </a:ext>
              </a:extLst>
            </p:cNvPr>
            <p:cNvSpPr txBox="1"/>
            <p:nvPr/>
          </p:nvSpPr>
          <p:spPr>
            <a:xfrm>
              <a:off x="0" y="-38100"/>
              <a:ext cx="223795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3C23B9D3-4769-EB5B-293A-701042009E28}"/>
              </a:ext>
            </a:extLst>
          </p:cNvPr>
          <p:cNvGrpSpPr/>
          <p:nvPr/>
        </p:nvGrpSpPr>
        <p:grpSpPr>
          <a:xfrm rot="7559325">
            <a:off x="4003289" y="878388"/>
            <a:ext cx="1363922" cy="284313"/>
            <a:chOff x="0" y="0"/>
            <a:chExt cx="1949604" cy="4064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6798D09A-5010-B2D1-10A3-752FA8C3979B}"/>
                </a:ext>
              </a:extLst>
            </p:cNvPr>
            <p:cNvSpPr/>
            <p:nvPr/>
          </p:nvSpPr>
          <p:spPr>
            <a:xfrm>
              <a:off x="0" y="0"/>
              <a:ext cx="1949604" cy="406400"/>
            </a:xfrm>
            <a:custGeom>
              <a:avLst/>
              <a:gdLst/>
              <a:ahLst/>
              <a:cxnLst/>
              <a:rect l="l" t="t" r="r" b="b"/>
              <a:pathLst>
                <a:path w="1949604" h="406400">
                  <a:moveTo>
                    <a:pt x="1746404" y="0"/>
                  </a:moveTo>
                  <a:cubicBezTo>
                    <a:pt x="1858628" y="0"/>
                    <a:pt x="1949604" y="90976"/>
                    <a:pt x="1949604" y="203200"/>
                  </a:cubicBezTo>
                  <a:cubicBezTo>
                    <a:pt x="1949604" y="315424"/>
                    <a:pt x="1858628" y="406400"/>
                    <a:pt x="17464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9AF5B133-B735-C7F7-9B38-B88796BC38A5}"/>
                </a:ext>
              </a:extLst>
            </p:cNvPr>
            <p:cNvSpPr txBox="1"/>
            <p:nvPr/>
          </p:nvSpPr>
          <p:spPr>
            <a:xfrm>
              <a:off x="0" y="-38100"/>
              <a:ext cx="194960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40" name="Freeform 40">
            <a:extLst>
              <a:ext uri="{FF2B5EF4-FFF2-40B4-BE49-F238E27FC236}">
                <a16:creationId xmlns:a16="http://schemas.microsoft.com/office/drawing/2014/main" id="{BD8F8420-8893-D891-3431-3C423F9A63E5}"/>
              </a:ext>
            </a:extLst>
          </p:cNvPr>
          <p:cNvSpPr/>
          <p:nvPr/>
        </p:nvSpPr>
        <p:spPr>
          <a:xfrm>
            <a:off x="11723" y="57408"/>
            <a:ext cx="5014445" cy="5008177"/>
          </a:xfrm>
          <a:custGeom>
            <a:avLst/>
            <a:gdLst/>
            <a:ahLst/>
            <a:cxnLst/>
            <a:rect l="l" t="t" r="r" b="b"/>
            <a:pathLst>
              <a:path w="7499018" h="7489644">
                <a:moveTo>
                  <a:pt x="0" y="0"/>
                </a:moveTo>
                <a:lnTo>
                  <a:pt x="7499017" y="0"/>
                </a:lnTo>
                <a:lnTo>
                  <a:pt x="7499017" y="7489643"/>
                </a:lnTo>
                <a:lnTo>
                  <a:pt x="0" y="74896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400" dirty="0">
              <a:latin typeface="SF Pro Display" panose="00000500000000000000" pitchFamily="50" charset="0"/>
            </a:endParaRPr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67FA7C69-9485-FBFC-CF77-665B9289FA7C}"/>
              </a:ext>
            </a:extLst>
          </p:cNvPr>
          <p:cNvGrpSpPr/>
          <p:nvPr/>
        </p:nvGrpSpPr>
        <p:grpSpPr>
          <a:xfrm>
            <a:off x="200347" y="314578"/>
            <a:ext cx="4611174" cy="4611174"/>
            <a:chOff x="0" y="0"/>
            <a:chExt cx="812800" cy="812800"/>
          </a:xfrm>
        </p:grpSpPr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5E26379A-212E-F013-0BB6-4EA1AB347D2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400" dirty="0">
                <a:latin typeface="SF Pro Display" panose="00000500000000000000" pitchFamily="50" charset="0"/>
              </a:endParaRPr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E67C7EDE-A58C-B0A2-F98C-8101DF97EA5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400"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44" name="Freeform 44">
            <a:extLst>
              <a:ext uri="{FF2B5EF4-FFF2-40B4-BE49-F238E27FC236}">
                <a16:creationId xmlns:a16="http://schemas.microsoft.com/office/drawing/2014/main" id="{A9B67656-4D19-4B93-C667-B7CE38312521}"/>
              </a:ext>
            </a:extLst>
          </p:cNvPr>
          <p:cNvSpPr/>
          <p:nvPr/>
        </p:nvSpPr>
        <p:spPr>
          <a:xfrm rot="5400000">
            <a:off x="1014623" y="-202869"/>
            <a:ext cx="3008644" cy="4255519"/>
          </a:xfrm>
          <a:custGeom>
            <a:avLst/>
            <a:gdLst/>
            <a:ahLst/>
            <a:cxnLst/>
            <a:rect l="l" t="t" r="r" b="b"/>
            <a:pathLst>
              <a:path w="4499377" h="6364058">
                <a:moveTo>
                  <a:pt x="0" y="0"/>
                </a:moveTo>
                <a:lnTo>
                  <a:pt x="4499377" y="0"/>
                </a:lnTo>
                <a:lnTo>
                  <a:pt x="4499377" y="6364058"/>
                </a:lnTo>
                <a:lnTo>
                  <a:pt x="0" y="63640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41443"/>
            </a:stretch>
          </a:blipFill>
        </p:spPr>
        <p:txBody>
          <a:bodyPr/>
          <a:lstStyle/>
          <a:p>
            <a:endParaRPr lang="en-US" sz="1400" dirty="0">
              <a:latin typeface="SF Pro Display" panose="00000500000000000000" pitchFamily="50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96F7366-6D16-BE57-0457-40670CF9B26E}"/>
              </a:ext>
            </a:extLst>
          </p:cNvPr>
          <p:cNvSpPr/>
          <p:nvPr/>
        </p:nvSpPr>
        <p:spPr>
          <a:xfrm>
            <a:off x="448030" y="780420"/>
            <a:ext cx="4140011" cy="3962727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SF Pro Display" panose="00000500000000000000" pitchFamily="50" charset="0"/>
            </a:endParaRPr>
          </a:p>
        </p:txBody>
      </p:sp>
      <p:pic>
        <p:nvPicPr>
          <p:cNvPr id="3074" name="Picture 2" descr="ngrok is a Mux partner | Mux">
            <a:extLst>
              <a:ext uri="{FF2B5EF4-FFF2-40B4-BE49-F238E27FC236}">
                <a16:creationId xmlns:a16="http://schemas.microsoft.com/office/drawing/2014/main" id="{46D78E27-93EC-02C8-E844-53B1BB687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70" y="2033720"/>
            <a:ext cx="3086601" cy="119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Getting Started with Ngrok in Node-RED">
            <a:extLst>
              <a:ext uri="{FF2B5EF4-FFF2-40B4-BE49-F238E27FC236}">
                <a16:creationId xmlns:a16="http://schemas.microsoft.com/office/drawing/2014/main" id="{7E9696F9-9B50-3114-741A-84C6049BD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107" y="1494979"/>
            <a:ext cx="13925550" cy="923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205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7460911">
            <a:off x="7835074" y="9169957"/>
            <a:ext cx="8611403" cy="2609407"/>
            <a:chOff x="0" y="0"/>
            <a:chExt cx="1341176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41176" cy="406400"/>
            </a:xfrm>
            <a:custGeom>
              <a:avLst/>
              <a:gdLst/>
              <a:ahLst/>
              <a:cxnLst/>
              <a:rect l="l" t="t" r="r" b="b"/>
              <a:pathLst>
                <a:path w="1341176" h="406400">
                  <a:moveTo>
                    <a:pt x="1137976" y="0"/>
                  </a:moveTo>
                  <a:cubicBezTo>
                    <a:pt x="1250200" y="0"/>
                    <a:pt x="1341176" y="90976"/>
                    <a:pt x="1341176" y="203200"/>
                  </a:cubicBezTo>
                  <a:cubicBezTo>
                    <a:pt x="1341176" y="315424"/>
                    <a:pt x="1250200" y="406400"/>
                    <a:pt x="11379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4117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-3355945">
            <a:off x="7324908" y="2988182"/>
            <a:ext cx="13586910" cy="2546369"/>
            <a:chOff x="0" y="0"/>
            <a:chExt cx="2168468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68468" cy="406400"/>
            </a:xfrm>
            <a:custGeom>
              <a:avLst/>
              <a:gdLst/>
              <a:ahLst/>
              <a:cxnLst/>
              <a:rect l="l" t="t" r="r" b="b"/>
              <a:pathLst>
                <a:path w="2168468" h="406400">
                  <a:moveTo>
                    <a:pt x="1965268" y="0"/>
                  </a:moveTo>
                  <a:cubicBezTo>
                    <a:pt x="2077493" y="0"/>
                    <a:pt x="2168468" y="90976"/>
                    <a:pt x="2168468" y="203200"/>
                  </a:cubicBezTo>
                  <a:cubicBezTo>
                    <a:pt x="2168468" y="315424"/>
                    <a:pt x="2077493" y="406400"/>
                    <a:pt x="196526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428E">
                    <a:alpha val="100000"/>
                  </a:srgbClr>
                </a:gs>
                <a:gs pos="100000">
                  <a:srgbClr val="61087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6846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-3523470">
            <a:off x="13201267" y="9513159"/>
            <a:ext cx="238014" cy="23801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-3523470">
            <a:off x="13394440" y="9195138"/>
            <a:ext cx="238014" cy="23801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3523470">
            <a:off x="13587614" y="8877118"/>
            <a:ext cx="238014" cy="23801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-3517491">
            <a:off x="15954702" y="1227377"/>
            <a:ext cx="238014" cy="238014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 rot="-3517491">
            <a:off x="16148428" y="909693"/>
            <a:ext cx="238014" cy="238014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-3517491">
            <a:off x="16342154" y="592009"/>
            <a:ext cx="238014" cy="238014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9876" tIns="39876" rIns="39876" bIns="39876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 rot="-3355945">
            <a:off x="11472601" y="8120953"/>
            <a:ext cx="3018606" cy="702560"/>
            <a:chOff x="0" y="0"/>
            <a:chExt cx="1746131" cy="406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746131" cy="406400"/>
            </a:xfrm>
            <a:custGeom>
              <a:avLst/>
              <a:gdLst/>
              <a:ahLst/>
              <a:cxnLst/>
              <a:rect l="l" t="t" r="r" b="b"/>
              <a:pathLst>
                <a:path w="1746131" h="406400">
                  <a:moveTo>
                    <a:pt x="1542931" y="0"/>
                  </a:moveTo>
                  <a:cubicBezTo>
                    <a:pt x="1655156" y="0"/>
                    <a:pt x="1746131" y="90976"/>
                    <a:pt x="1746131" y="203200"/>
                  </a:cubicBezTo>
                  <a:cubicBezTo>
                    <a:pt x="1746131" y="315424"/>
                    <a:pt x="1655156" y="406400"/>
                    <a:pt x="154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74613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-3355945">
            <a:off x="15707611" y="2242712"/>
            <a:ext cx="3868845" cy="702560"/>
            <a:chOff x="0" y="0"/>
            <a:chExt cx="2237958" cy="4064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37958" cy="406400"/>
            </a:xfrm>
            <a:custGeom>
              <a:avLst/>
              <a:gdLst/>
              <a:ahLst/>
              <a:cxnLst/>
              <a:rect l="l" t="t" r="r" b="b"/>
              <a:pathLst>
                <a:path w="2237958" h="406400">
                  <a:moveTo>
                    <a:pt x="2034758" y="0"/>
                  </a:moveTo>
                  <a:cubicBezTo>
                    <a:pt x="2146982" y="0"/>
                    <a:pt x="2237958" y="90976"/>
                    <a:pt x="2237958" y="203200"/>
                  </a:cubicBezTo>
                  <a:cubicBezTo>
                    <a:pt x="2237958" y="315424"/>
                    <a:pt x="2146982" y="406400"/>
                    <a:pt x="20347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23795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 rot="7559325">
            <a:off x="16003258" y="2713002"/>
            <a:ext cx="2039723" cy="425186"/>
            <a:chOff x="0" y="0"/>
            <a:chExt cx="1949604" cy="4064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949604" cy="406400"/>
            </a:xfrm>
            <a:custGeom>
              <a:avLst/>
              <a:gdLst/>
              <a:ahLst/>
              <a:cxnLst/>
              <a:rect l="l" t="t" r="r" b="b"/>
              <a:pathLst>
                <a:path w="1949604" h="406400">
                  <a:moveTo>
                    <a:pt x="1746404" y="0"/>
                  </a:moveTo>
                  <a:cubicBezTo>
                    <a:pt x="1858628" y="0"/>
                    <a:pt x="1949604" y="90976"/>
                    <a:pt x="1949604" y="203200"/>
                  </a:cubicBezTo>
                  <a:cubicBezTo>
                    <a:pt x="1949604" y="315424"/>
                    <a:pt x="1858628" y="406400"/>
                    <a:pt x="17464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94960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54" name="Freeform 54"/>
          <p:cNvSpPr/>
          <p:nvPr/>
        </p:nvSpPr>
        <p:spPr>
          <a:xfrm>
            <a:off x="10033938" y="1485240"/>
            <a:ext cx="7499018" cy="7489644"/>
          </a:xfrm>
          <a:custGeom>
            <a:avLst/>
            <a:gdLst/>
            <a:ahLst/>
            <a:cxnLst/>
            <a:rect l="l" t="t" r="r" b="b"/>
            <a:pathLst>
              <a:path w="7499018" h="7489644">
                <a:moveTo>
                  <a:pt x="0" y="0"/>
                </a:moveTo>
                <a:lnTo>
                  <a:pt x="7499017" y="0"/>
                </a:lnTo>
                <a:lnTo>
                  <a:pt x="7499017" y="7489643"/>
                </a:lnTo>
                <a:lnTo>
                  <a:pt x="0" y="7489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grpSp>
        <p:nvGrpSpPr>
          <p:cNvPr id="55" name="Group 55"/>
          <p:cNvGrpSpPr/>
          <p:nvPr/>
        </p:nvGrpSpPr>
        <p:grpSpPr>
          <a:xfrm>
            <a:off x="10335480" y="1782095"/>
            <a:ext cx="6895933" cy="6895933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10876">
                    <a:alpha val="100000"/>
                  </a:srgbClr>
                </a:gs>
                <a:gs pos="100000">
                  <a:srgbClr val="CF428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>
                <a:latin typeface="SF Pro Display" panose="00000500000000000000" pitchFamily="50" charset="0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SF Pro Display" panose="00000500000000000000" pitchFamily="50" charset="0"/>
              </a:endParaRPr>
            </a:p>
          </p:txBody>
        </p:sp>
      </p:grpSp>
      <p:sp>
        <p:nvSpPr>
          <p:cNvPr id="61" name="Freeform 61"/>
          <p:cNvSpPr/>
          <p:nvPr/>
        </p:nvSpPr>
        <p:spPr>
          <a:xfrm rot="-1613463">
            <a:off x="-3232659" y="-1602812"/>
            <a:ext cx="12505522" cy="4661149"/>
          </a:xfrm>
          <a:custGeom>
            <a:avLst/>
            <a:gdLst/>
            <a:ahLst/>
            <a:cxnLst/>
            <a:rect l="l" t="t" r="r" b="b"/>
            <a:pathLst>
              <a:path w="12505522" h="4661149">
                <a:moveTo>
                  <a:pt x="0" y="0"/>
                </a:moveTo>
                <a:lnTo>
                  <a:pt x="12505522" y="0"/>
                </a:lnTo>
                <a:lnTo>
                  <a:pt x="12505522" y="4661149"/>
                </a:lnTo>
                <a:lnTo>
                  <a:pt x="0" y="4661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SF Pro Display" panose="00000500000000000000" pitchFamily="50" charset="0"/>
            </a:endParaRPr>
          </a:p>
        </p:txBody>
      </p: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316B2917-56DE-2D4B-C226-4D25A91AB744}"/>
              </a:ext>
            </a:extLst>
          </p:cNvPr>
          <p:cNvSpPr/>
          <p:nvPr/>
        </p:nvSpPr>
        <p:spPr>
          <a:xfrm>
            <a:off x="10711150" y="2187026"/>
            <a:ext cx="6144591" cy="6144591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A logo with blue and orange lines&#10;&#10;Description automatically generated">
            <a:extLst>
              <a:ext uri="{FF2B5EF4-FFF2-40B4-BE49-F238E27FC236}">
                <a16:creationId xmlns:a16="http://schemas.microsoft.com/office/drawing/2014/main" id="{436FB172-A2AC-B238-2BCA-A6C888312A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1066" y="3629032"/>
            <a:ext cx="4790956" cy="3328600"/>
          </a:xfrm>
          <a:prstGeom prst="rect">
            <a:avLst/>
          </a:prstGeom>
        </p:spPr>
      </p:pic>
      <p:sp>
        <p:nvSpPr>
          <p:cNvPr id="86" name="TextBox 53">
            <a:extLst>
              <a:ext uri="{FF2B5EF4-FFF2-40B4-BE49-F238E27FC236}">
                <a16:creationId xmlns:a16="http://schemas.microsoft.com/office/drawing/2014/main" id="{8490A7D5-9CF4-424D-2FCA-1E12C81FCBB0}"/>
              </a:ext>
            </a:extLst>
          </p:cNvPr>
          <p:cNvSpPr txBox="1"/>
          <p:nvPr/>
        </p:nvSpPr>
        <p:spPr>
          <a:xfrm>
            <a:off x="1243904" y="3899147"/>
            <a:ext cx="8708487" cy="2705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63"/>
              </a:lnSpc>
              <a:spcBef>
                <a:spcPct val="0"/>
              </a:spcBef>
            </a:pPr>
            <a:r>
              <a:rPr lang="vi-VN" sz="21600" b="1" dirty="0">
                <a:solidFill>
                  <a:srgbClr val="D82D8B"/>
                </a:solidFill>
                <a:latin typeface="SF Pro Display" panose="00000500000000000000" pitchFamily="50" charset="0"/>
                <a:ea typeface="Staatliches"/>
                <a:cs typeface="Staatliches"/>
                <a:sym typeface="Staatliches"/>
              </a:rPr>
              <a:t>DEMO</a:t>
            </a:r>
            <a:endParaRPr lang="en-US" sz="21600" b="1" dirty="0">
              <a:solidFill>
                <a:srgbClr val="D82D8B"/>
              </a:solidFill>
              <a:latin typeface="SF Pro Display" panose="00000500000000000000" pitchFamily="50" charset="0"/>
              <a:ea typeface="Staatliches"/>
              <a:cs typeface="Staatliches"/>
              <a:sym typeface="Staatliche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208</Words>
  <Application>Microsoft Office PowerPoint</Application>
  <PresentationFormat>Custom</PresentationFormat>
  <Paragraphs>55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Charmonman</vt:lpstr>
      <vt:lpstr>SF Pro Display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Momo integration</dc:title>
  <cp:lastModifiedBy>Bùi Hồng Bảo</cp:lastModifiedBy>
  <cp:revision>63</cp:revision>
  <dcterms:created xsi:type="dcterms:W3CDTF">2006-08-16T00:00:00Z</dcterms:created>
  <dcterms:modified xsi:type="dcterms:W3CDTF">2024-10-19T02:44:09Z</dcterms:modified>
  <dc:identifier>DAGT5s6f4bI</dc:identifier>
</cp:coreProperties>
</file>